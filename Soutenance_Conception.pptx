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9" r:id="rId1"/>
  </p:sldMasterIdLst>
  <p:notesMasterIdLst>
    <p:notesMasterId r:id="rId19"/>
  </p:notesMasterIdLst>
  <p:sldIdLst>
    <p:sldId id="256" r:id="rId2"/>
    <p:sldId id="257" r:id="rId3"/>
    <p:sldId id="259" r:id="rId4"/>
    <p:sldId id="261" r:id="rId5"/>
    <p:sldId id="260" r:id="rId6"/>
    <p:sldId id="324" r:id="rId7"/>
    <p:sldId id="295" r:id="rId8"/>
    <p:sldId id="322" r:id="rId9"/>
    <p:sldId id="323" r:id="rId10"/>
    <p:sldId id="275" r:id="rId11"/>
    <p:sldId id="309" r:id="rId12"/>
    <p:sldId id="325" r:id="rId13"/>
    <p:sldId id="305" r:id="rId14"/>
    <p:sldId id="307" r:id="rId15"/>
    <p:sldId id="326" r:id="rId16"/>
    <p:sldId id="327" r:id="rId17"/>
    <p:sldId id="267" r:id="rId18"/>
  </p:sldIdLst>
  <p:sldSz cx="12192000" cy="6858000"/>
  <p:notesSz cx="6797675" cy="9926638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5991"/>
    <a:srgbClr val="1D43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7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diagrams/_rels/data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diagrams/_rels/drawing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B9763A5-69FB-4AC5-BC38-9A37D8CDA6EF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4DE82655-D019-4735-86AD-D22BF402C4A1}">
      <dgm:prSet phldrT="[Texte]" custT="1"/>
      <dgm:spPr/>
      <dgm:t>
        <a:bodyPr/>
        <a:lstStyle/>
        <a:p>
          <a:r>
            <a:rPr lang="fr-FR" sz="6000" kern="1200" dirty="0">
              <a:solidFill>
                <a:schemeClr val="accent2">
                  <a:lumMod val="75000"/>
                </a:schemeClr>
              </a:solidFill>
              <a:latin typeface="+mj-lt"/>
              <a:ea typeface="+mj-ea"/>
              <a:cs typeface="+mj-cs"/>
            </a:rPr>
            <a:t>SOMMAIRE</a:t>
          </a:r>
        </a:p>
      </dgm:t>
    </dgm:pt>
    <dgm:pt modelId="{24CDE603-E6D6-4F77-833E-6047356F4FCB}" type="parTrans" cxnId="{66E43736-26B2-4F91-8B3F-184147D57A6A}">
      <dgm:prSet/>
      <dgm:spPr/>
      <dgm:t>
        <a:bodyPr/>
        <a:lstStyle/>
        <a:p>
          <a:endParaRPr lang="fr-FR"/>
        </a:p>
      </dgm:t>
    </dgm:pt>
    <dgm:pt modelId="{D8437F16-5697-416E-8EEB-F5691295519F}" type="sibTrans" cxnId="{66E43736-26B2-4F91-8B3F-184147D57A6A}">
      <dgm:prSet/>
      <dgm:spPr/>
      <dgm:t>
        <a:bodyPr/>
        <a:lstStyle/>
        <a:p>
          <a:endParaRPr lang="fr-FR"/>
        </a:p>
      </dgm:t>
    </dgm:pt>
    <dgm:pt modelId="{B889576A-95F8-4FCE-BC56-6CDFDB0E1535}">
      <dgm:prSet phldrT="[Texte]"/>
      <dgm:spPr/>
      <dgm:t>
        <a:bodyPr/>
        <a:lstStyle/>
        <a:p>
          <a:r>
            <a:rPr lang="fr-FR" dirty="0" smtClean="0">
              <a:solidFill>
                <a:schemeClr val="accent2">
                  <a:lumMod val="75000"/>
                </a:schemeClr>
              </a:solidFill>
            </a:rPr>
            <a:t>CONTEXTE DU PROJET</a:t>
          </a:r>
          <a:endParaRPr lang="fr-FR" dirty="0">
            <a:solidFill>
              <a:schemeClr val="accent2">
                <a:lumMod val="75000"/>
              </a:schemeClr>
            </a:solidFill>
          </a:endParaRPr>
        </a:p>
      </dgm:t>
    </dgm:pt>
    <dgm:pt modelId="{DC358280-3AE7-4CFF-B571-A31FA60FF23E}" type="parTrans" cxnId="{BB491F93-753D-4B13-8DCA-2DDEE4AA9865}">
      <dgm:prSet/>
      <dgm:spPr/>
      <dgm:t>
        <a:bodyPr/>
        <a:lstStyle/>
        <a:p>
          <a:endParaRPr lang="fr-FR"/>
        </a:p>
      </dgm:t>
    </dgm:pt>
    <dgm:pt modelId="{071AAA72-CCD5-4F70-8C59-B4918852B779}" type="sibTrans" cxnId="{BB491F93-753D-4B13-8DCA-2DDEE4AA9865}">
      <dgm:prSet/>
      <dgm:spPr/>
      <dgm:t>
        <a:bodyPr/>
        <a:lstStyle/>
        <a:p>
          <a:endParaRPr lang="fr-FR"/>
        </a:p>
      </dgm:t>
    </dgm:pt>
    <dgm:pt modelId="{CAAEC126-7976-4CEA-9064-2C020EE60377}">
      <dgm:prSet/>
      <dgm:spPr/>
      <dgm:t>
        <a:bodyPr/>
        <a:lstStyle/>
        <a:p>
          <a:r>
            <a:rPr lang="fr-FR" dirty="0" smtClean="0">
              <a:solidFill>
                <a:schemeClr val="accent2">
                  <a:lumMod val="75000"/>
                </a:schemeClr>
              </a:solidFill>
            </a:rPr>
            <a:t>PROBLEMATIQUE ET OBJECTIFS</a:t>
          </a:r>
          <a:endParaRPr lang="fr-FR" dirty="0">
            <a:solidFill>
              <a:schemeClr val="accent2">
                <a:lumMod val="75000"/>
              </a:schemeClr>
            </a:solidFill>
          </a:endParaRPr>
        </a:p>
      </dgm:t>
    </dgm:pt>
    <dgm:pt modelId="{F6181C3E-B434-4342-BA35-E4CA9DCFB348}" type="parTrans" cxnId="{CB0B6D46-77B5-45E5-BBD5-992D65C3E231}">
      <dgm:prSet/>
      <dgm:spPr/>
      <dgm:t>
        <a:bodyPr/>
        <a:lstStyle/>
        <a:p>
          <a:endParaRPr lang="fr-FR"/>
        </a:p>
      </dgm:t>
    </dgm:pt>
    <dgm:pt modelId="{302C1147-0A30-4610-BD6F-B21ABEC65645}" type="sibTrans" cxnId="{CB0B6D46-77B5-45E5-BBD5-992D65C3E231}">
      <dgm:prSet/>
      <dgm:spPr/>
      <dgm:t>
        <a:bodyPr/>
        <a:lstStyle/>
        <a:p>
          <a:endParaRPr lang="fr-FR"/>
        </a:p>
      </dgm:t>
    </dgm:pt>
    <dgm:pt modelId="{E6A4BAE4-0B3E-43A8-9E7F-F1696645A388}">
      <dgm:prSet/>
      <dgm:spPr/>
      <dgm:t>
        <a:bodyPr/>
        <a:lstStyle/>
        <a:p>
          <a:r>
            <a:rPr lang="fr-FR" dirty="0" smtClean="0">
              <a:solidFill>
                <a:schemeClr val="accent2">
                  <a:lumMod val="75000"/>
                </a:schemeClr>
              </a:solidFill>
            </a:rPr>
            <a:t>CONCEPTION ET ARCHITECTURE TECHNIQUE</a:t>
          </a:r>
          <a:endParaRPr lang="fr-FR" dirty="0">
            <a:solidFill>
              <a:schemeClr val="accent2">
                <a:lumMod val="75000"/>
              </a:schemeClr>
            </a:solidFill>
          </a:endParaRPr>
        </a:p>
      </dgm:t>
    </dgm:pt>
    <dgm:pt modelId="{02F4A418-D230-422E-B60D-FD6ACC1EE33F}" type="parTrans" cxnId="{D8F343D4-8DFD-424D-B88E-DAC5F6FBAB97}">
      <dgm:prSet/>
      <dgm:spPr/>
      <dgm:t>
        <a:bodyPr/>
        <a:lstStyle/>
        <a:p>
          <a:endParaRPr lang="fr-FR"/>
        </a:p>
      </dgm:t>
    </dgm:pt>
    <dgm:pt modelId="{7B6B0923-E546-418C-8B82-C8B320515E7F}" type="sibTrans" cxnId="{D8F343D4-8DFD-424D-B88E-DAC5F6FBAB97}">
      <dgm:prSet/>
      <dgm:spPr/>
      <dgm:t>
        <a:bodyPr/>
        <a:lstStyle/>
        <a:p>
          <a:endParaRPr lang="fr-FR"/>
        </a:p>
      </dgm:t>
    </dgm:pt>
    <dgm:pt modelId="{FEA23562-F436-480A-BE51-AA6C388BD585}">
      <dgm:prSet/>
      <dgm:spPr/>
      <dgm:t>
        <a:bodyPr/>
        <a:lstStyle/>
        <a:p>
          <a:r>
            <a:rPr lang="fr-FR" dirty="0" smtClean="0">
              <a:solidFill>
                <a:schemeClr val="accent2">
                  <a:lumMod val="75000"/>
                </a:schemeClr>
              </a:solidFill>
            </a:rPr>
            <a:t>ORGANISATION ET PLANIFICATION</a:t>
          </a:r>
          <a:endParaRPr lang="fr-FR" dirty="0">
            <a:solidFill>
              <a:schemeClr val="accent2">
                <a:lumMod val="75000"/>
              </a:schemeClr>
            </a:solidFill>
          </a:endParaRPr>
        </a:p>
      </dgm:t>
    </dgm:pt>
    <dgm:pt modelId="{E2095AE4-8FA6-464A-8B38-C284131C7CB4}" type="parTrans" cxnId="{198357B3-F015-44F6-B61A-192EE2A58998}">
      <dgm:prSet/>
      <dgm:spPr/>
      <dgm:t>
        <a:bodyPr/>
        <a:lstStyle/>
        <a:p>
          <a:endParaRPr lang="fr-FR"/>
        </a:p>
      </dgm:t>
    </dgm:pt>
    <dgm:pt modelId="{21B72098-E4B2-4D45-8BA8-C52A1BD95998}" type="sibTrans" cxnId="{198357B3-F015-44F6-B61A-192EE2A58998}">
      <dgm:prSet/>
      <dgm:spPr/>
      <dgm:t>
        <a:bodyPr/>
        <a:lstStyle/>
        <a:p>
          <a:endParaRPr lang="fr-FR"/>
        </a:p>
      </dgm:t>
    </dgm:pt>
    <dgm:pt modelId="{379D7D7B-0A10-46C5-9F5D-F1A112A5D118}">
      <dgm:prSet/>
      <dgm:spPr/>
      <dgm:t>
        <a:bodyPr/>
        <a:lstStyle/>
        <a:p>
          <a:r>
            <a:rPr lang="fr-FR" dirty="0" smtClean="0">
              <a:solidFill>
                <a:schemeClr val="accent2">
                  <a:lumMod val="75000"/>
                </a:schemeClr>
              </a:solidFill>
            </a:rPr>
            <a:t>BILAN ET PERSPECTIVES</a:t>
          </a:r>
        </a:p>
      </dgm:t>
    </dgm:pt>
    <dgm:pt modelId="{AF618730-EA74-4DBA-BB8F-87F0095E514A}" type="parTrans" cxnId="{83F9B99C-96C9-42E1-B57A-32E821BB38AA}">
      <dgm:prSet/>
      <dgm:spPr/>
      <dgm:t>
        <a:bodyPr/>
        <a:lstStyle/>
        <a:p>
          <a:endParaRPr lang="fr-FR"/>
        </a:p>
      </dgm:t>
    </dgm:pt>
    <dgm:pt modelId="{7B7490E9-9926-4320-9B21-685D8EC9824A}" type="sibTrans" cxnId="{83F9B99C-96C9-42E1-B57A-32E821BB38AA}">
      <dgm:prSet/>
      <dgm:spPr/>
      <dgm:t>
        <a:bodyPr/>
        <a:lstStyle/>
        <a:p>
          <a:endParaRPr lang="fr-FR"/>
        </a:p>
      </dgm:t>
    </dgm:pt>
    <dgm:pt modelId="{CEAA8FBC-F5BB-402C-A21D-E75BF898C946}" type="pres">
      <dgm:prSet presAssocID="{AB9763A5-69FB-4AC5-BC38-9A37D8CDA6EF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fr-FR"/>
        </a:p>
      </dgm:t>
    </dgm:pt>
    <dgm:pt modelId="{11D6E00F-9466-465A-A03E-92BDE1373F3E}" type="pres">
      <dgm:prSet presAssocID="{4DE82655-D019-4735-86AD-D22BF402C4A1}" presName="thickLine" presStyleLbl="alignNode1" presStyleIdx="0" presStyleCnt="1"/>
      <dgm:spPr/>
    </dgm:pt>
    <dgm:pt modelId="{303DC108-0D3A-41EF-BA0C-2BE4CA1A2D1F}" type="pres">
      <dgm:prSet presAssocID="{4DE82655-D019-4735-86AD-D22BF402C4A1}" presName="horz1" presStyleCnt="0"/>
      <dgm:spPr/>
    </dgm:pt>
    <dgm:pt modelId="{D589AE8D-AB55-47C1-B032-F63AC38012E2}" type="pres">
      <dgm:prSet presAssocID="{4DE82655-D019-4735-86AD-D22BF402C4A1}" presName="tx1" presStyleLbl="revTx" presStyleIdx="0" presStyleCnt="6" custScaleX="499184"/>
      <dgm:spPr/>
      <dgm:t>
        <a:bodyPr/>
        <a:lstStyle/>
        <a:p>
          <a:endParaRPr lang="fr-FR"/>
        </a:p>
      </dgm:t>
    </dgm:pt>
    <dgm:pt modelId="{268F13A5-0F41-474F-83A7-82557F1C1B65}" type="pres">
      <dgm:prSet presAssocID="{4DE82655-D019-4735-86AD-D22BF402C4A1}" presName="vert1" presStyleCnt="0"/>
      <dgm:spPr/>
    </dgm:pt>
    <dgm:pt modelId="{C7492EC3-DD48-4616-8FB2-C61EB040A327}" type="pres">
      <dgm:prSet presAssocID="{B889576A-95F8-4FCE-BC56-6CDFDB0E1535}" presName="vertSpace2a" presStyleCnt="0"/>
      <dgm:spPr/>
    </dgm:pt>
    <dgm:pt modelId="{7A7A6710-BD9E-47D2-B854-3935446097F2}" type="pres">
      <dgm:prSet presAssocID="{B889576A-95F8-4FCE-BC56-6CDFDB0E1535}" presName="horz2" presStyleCnt="0"/>
      <dgm:spPr/>
    </dgm:pt>
    <dgm:pt modelId="{BDA98E50-4F06-4A8A-9693-66BBD732658B}" type="pres">
      <dgm:prSet presAssocID="{B889576A-95F8-4FCE-BC56-6CDFDB0E1535}" presName="horzSpace2" presStyleCnt="0"/>
      <dgm:spPr/>
    </dgm:pt>
    <dgm:pt modelId="{1FE7FD2E-DFDC-444E-8693-A29AC4483B42}" type="pres">
      <dgm:prSet presAssocID="{B889576A-95F8-4FCE-BC56-6CDFDB0E1535}" presName="tx2" presStyleLbl="revTx" presStyleIdx="1" presStyleCnt="6"/>
      <dgm:spPr/>
      <dgm:t>
        <a:bodyPr/>
        <a:lstStyle/>
        <a:p>
          <a:endParaRPr lang="fr-FR"/>
        </a:p>
      </dgm:t>
    </dgm:pt>
    <dgm:pt modelId="{A9E84C9E-FBA5-4517-997C-39A17551F194}" type="pres">
      <dgm:prSet presAssocID="{B889576A-95F8-4FCE-BC56-6CDFDB0E1535}" presName="vert2" presStyleCnt="0"/>
      <dgm:spPr/>
    </dgm:pt>
    <dgm:pt modelId="{07CDD929-429B-4CFD-B48A-7DD5304383D7}" type="pres">
      <dgm:prSet presAssocID="{B889576A-95F8-4FCE-BC56-6CDFDB0E1535}" presName="thinLine2b" presStyleLbl="callout" presStyleIdx="0" presStyleCnt="5"/>
      <dgm:spPr/>
    </dgm:pt>
    <dgm:pt modelId="{A6FEC1FC-64B1-4EFE-BE71-FA7657D2B579}" type="pres">
      <dgm:prSet presAssocID="{B889576A-95F8-4FCE-BC56-6CDFDB0E1535}" presName="vertSpace2b" presStyleCnt="0"/>
      <dgm:spPr/>
    </dgm:pt>
    <dgm:pt modelId="{D6D22E18-64C1-4949-8A56-D6C14D9E4D19}" type="pres">
      <dgm:prSet presAssocID="{CAAEC126-7976-4CEA-9064-2C020EE60377}" presName="horz2" presStyleCnt="0"/>
      <dgm:spPr/>
    </dgm:pt>
    <dgm:pt modelId="{AA41593E-0796-4F83-B8AF-EC9AF1F482D9}" type="pres">
      <dgm:prSet presAssocID="{CAAEC126-7976-4CEA-9064-2C020EE60377}" presName="horzSpace2" presStyleCnt="0"/>
      <dgm:spPr/>
    </dgm:pt>
    <dgm:pt modelId="{25C7D353-E925-4DAB-A298-31ADA0392A02}" type="pres">
      <dgm:prSet presAssocID="{CAAEC126-7976-4CEA-9064-2C020EE60377}" presName="tx2" presStyleLbl="revTx" presStyleIdx="2" presStyleCnt="6"/>
      <dgm:spPr/>
      <dgm:t>
        <a:bodyPr/>
        <a:lstStyle/>
        <a:p>
          <a:endParaRPr lang="fr-FR"/>
        </a:p>
      </dgm:t>
    </dgm:pt>
    <dgm:pt modelId="{76B2BF70-D780-4D49-90A4-4DF3795DC8F8}" type="pres">
      <dgm:prSet presAssocID="{CAAEC126-7976-4CEA-9064-2C020EE60377}" presName="vert2" presStyleCnt="0"/>
      <dgm:spPr/>
    </dgm:pt>
    <dgm:pt modelId="{B9B4F454-0F5B-4328-B6B0-D6FC2E3D32DD}" type="pres">
      <dgm:prSet presAssocID="{CAAEC126-7976-4CEA-9064-2C020EE60377}" presName="thinLine2b" presStyleLbl="callout" presStyleIdx="1" presStyleCnt="5"/>
      <dgm:spPr/>
    </dgm:pt>
    <dgm:pt modelId="{C2CE4A4C-EA63-4F6C-B3A1-7828E1A0FE31}" type="pres">
      <dgm:prSet presAssocID="{CAAEC126-7976-4CEA-9064-2C020EE60377}" presName="vertSpace2b" presStyleCnt="0"/>
      <dgm:spPr/>
    </dgm:pt>
    <dgm:pt modelId="{2A01AE81-5AB3-4241-9F08-B7F6E3FB2BEF}" type="pres">
      <dgm:prSet presAssocID="{E6A4BAE4-0B3E-43A8-9E7F-F1696645A388}" presName="horz2" presStyleCnt="0"/>
      <dgm:spPr/>
    </dgm:pt>
    <dgm:pt modelId="{E192C46C-DC9D-4C50-A86E-E40B196EBC92}" type="pres">
      <dgm:prSet presAssocID="{E6A4BAE4-0B3E-43A8-9E7F-F1696645A388}" presName="horzSpace2" presStyleCnt="0"/>
      <dgm:spPr/>
    </dgm:pt>
    <dgm:pt modelId="{2E1E896D-BC3E-453A-8BF3-CAAE44B31ADD}" type="pres">
      <dgm:prSet presAssocID="{E6A4BAE4-0B3E-43A8-9E7F-F1696645A388}" presName="tx2" presStyleLbl="revTx" presStyleIdx="3" presStyleCnt="6"/>
      <dgm:spPr/>
      <dgm:t>
        <a:bodyPr/>
        <a:lstStyle/>
        <a:p>
          <a:endParaRPr lang="fr-FR"/>
        </a:p>
      </dgm:t>
    </dgm:pt>
    <dgm:pt modelId="{A991E048-7469-4460-B84B-A244D5BB69A2}" type="pres">
      <dgm:prSet presAssocID="{E6A4BAE4-0B3E-43A8-9E7F-F1696645A388}" presName="vert2" presStyleCnt="0"/>
      <dgm:spPr/>
    </dgm:pt>
    <dgm:pt modelId="{306EE459-328A-4A9A-80D7-6C4E0817AAB4}" type="pres">
      <dgm:prSet presAssocID="{E6A4BAE4-0B3E-43A8-9E7F-F1696645A388}" presName="thinLine2b" presStyleLbl="callout" presStyleIdx="2" presStyleCnt="5"/>
      <dgm:spPr/>
    </dgm:pt>
    <dgm:pt modelId="{79F12015-9F9C-45C7-8029-420CB55FDFCF}" type="pres">
      <dgm:prSet presAssocID="{E6A4BAE4-0B3E-43A8-9E7F-F1696645A388}" presName="vertSpace2b" presStyleCnt="0"/>
      <dgm:spPr/>
    </dgm:pt>
    <dgm:pt modelId="{A0F0BEC3-DCA3-4E83-A9CA-732F90EDB2B7}" type="pres">
      <dgm:prSet presAssocID="{FEA23562-F436-480A-BE51-AA6C388BD585}" presName="horz2" presStyleCnt="0"/>
      <dgm:spPr/>
    </dgm:pt>
    <dgm:pt modelId="{EF084F2A-077F-4DAB-87D8-06E272C254E1}" type="pres">
      <dgm:prSet presAssocID="{FEA23562-F436-480A-BE51-AA6C388BD585}" presName="horzSpace2" presStyleCnt="0"/>
      <dgm:spPr/>
    </dgm:pt>
    <dgm:pt modelId="{7EBD09F0-F9D1-4AA0-ABEB-7FBC79BF96CF}" type="pres">
      <dgm:prSet presAssocID="{FEA23562-F436-480A-BE51-AA6C388BD585}" presName="tx2" presStyleLbl="revTx" presStyleIdx="4" presStyleCnt="6"/>
      <dgm:spPr/>
      <dgm:t>
        <a:bodyPr/>
        <a:lstStyle/>
        <a:p>
          <a:endParaRPr lang="fr-FR"/>
        </a:p>
      </dgm:t>
    </dgm:pt>
    <dgm:pt modelId="{D84DC4A9-7327-4AD2-961E-4152B45C95FF}" type="pres">
      <dgm:prSet presAssocID="{FEA23562-F436-480A-BE51-AA6C388BD585}" presName="vert2" presStyleCnt="0"/>
      <dgm:spPr/>
    </dgm:pt>
    <dgm:pt modelId="{D51A7AA6-9696-4FC9-A768-71DAC5CC0DAA}" type="pres">
      <dgm:prSet presAssocID="{FEA23562-F436-480A-BE51-AA6C388BD585}" presName="thinLine2b" presStyleLbl="callout" presStyleIdx="3" presStyleCnt="5"/>
      <dgm:spPr/>
    </dgm:pt>
    <dgm:pt modelId="{15334976-C08B-47D6-96A2-05F71A050D75}" type="pres">
      <dgm:prSet presAssocID="{FEA23562-F436-480A-BE51-AA6C388BD585}" presName="vertSpace2b" presStyleCnt="0"/>
      <dgm:spPr/>
    </dgm:pt>
    <dgm:pt modelId="{DF44565B-26B5-4E98-B9A8-42B0A7C3666B}" type="pres">
      <dgm:prSet presAssocID="{379D7D7B-0A10-46C5-9F5D-F1A112A5D118}" presName="horz2" presStyleCnt="0"/>
      <dgm:spPr/>
    </dgm:pt>
    <dgm:pt modelId="{57B8290E-5984-403C-996C-6EF601CCC68E}" type="pres">
      <dgm:prSet presAssocID="{379D7D7B-0A10-46C5-9F5D-F1A112A5D118}" presName="horzSpace2" presStyleCnt="0"/>
      <dgm:spPr/>
    </dgm:pt>
    <dgm:pt modelId="{343B0F0C-1485-473E-AA99-1F34A7CC9E33}" type="pres">
      <dgm:prSet presAssocID="{379D7D7B-0A10-46C5-9F5D-F1A112A5D118}" presName="tx2" presStyleLbl="revTx" presStyleIdx="5" presStyleCnt="6"/>
      <dgm:spPr/>
      <dgm:t>
        <a:bodyPr/>
        <a:lstStyle/>
        <a:p>
          <a:endParaRPr lang="fr-FR"/>
        </a:p>
      </dgm:t>
    </dgm:pt>
    <dgm:pt modelId="{0F57DED5-E099-473E-8B20-ED2A65E434CE}" type="pres">
      <dgm:prSet presAssocID="{379D7D7B-0A10-46C5-9F5D-F1A112A5D118}" presName="vert2" presStyleCnt="0"/>
      <dgm:spPr/>
    </dgm:pt>
    <dgm:pt modelId="{C1500E72-B37F-4407-A49A-7785ECEF314A}" type="pres">
      <dgm:prSet presAssocID="{379D7D7B-0A10-46C5-9F5D-F1A112A5D118}" presName="thinLine2b" presStyleLbl="callout" presStyleIdx="4" presStyleCnt="5"/>
      <dgm:spPr/>
    </dgm:pt>
    <dgm:pt modelId="{51F919A4-ED1C-404E-9EC7-D6ADA0D810B8}" type="pres">
      <dgm:prSet presAssocID="{379D7D7B-0A10-46C5-9F5D-F1A112A5D118}" presName="vertSpace2b" presStyleCnt="0"/>
      <dgm:spPr/>
    </dgm:pt>
  </dgm:ptLst>
  <dgm:cxnLst>
    <dgm:cxn modelId="{66E43736-26B2-4F91-8B3F-184147D57A6A}" srcId="{AB9763A5-69FB-4AC5-BC38-9A37D8CDA6EF}" destId="{4DE82655-D019-4735-86AD-D22BF402C4A1}" srcOrd="0" destOrd="0" parTransId="{24CDE603-E6D6-4F77-833E-6047356F4FCB}" sibTransId="{D8437F16-5697-416E-8EEB-F5691295519F}"/>
    <dgm:cxn modelId="{FE59A3DA-7D40-44BA-9C38-55A297F03846}" type="presOf" srcId="{E6A4BAE4-0B3E-43A8-9E7F-F1696645A388}" destId="{2E1E896D-BC3E-453A-8BF3-CAAE44B31ADD}" srcOrd="0" destOrd="0" presId="urn:microsoft.com/office/officeart/2008/layout/LinedList"/>
    <dgm:cxn modelId="{198357B3-F015-44F6-B61A-192EE2A58998}" srcId="{4DE82655-D019-4735-86AD-D22BF402C4A1}" destId="{FEA23562-F436-480A-BE51-AA6C388BD585}" srcOrd="3" destOrd="0" parTransId="{E2095AE4-8FA6-464A-8B38-C284131C7CB4}" sibTransId="{21B72098-E4B2-4D45-8BA8-C52A1BD95998}"/>
    <dgm:cxn modelId="{8EFEBB9C-8147-41D4-9A59-6BA72B9B5B13}" type="presOf" srcId="{FEA23562-F436-480A-BE51-AA6C388BD585}" destId="{7EBD09F0-F9D1-4AA0-ABEB-7FBC79BF96CF}" srcOrd="0" destOrd="0" presId="urn:microsoft.com/office/officeart/2008/layout/LinedList"/>
    <dgm:cxn modelId="{D3FE4296-7001-48DF-81BA-CE816D99DAB4}" type="presOf" srcId="{B889576A-95F8-4FCE-BC56-6CDFDB0E1535}" destId="{1FE7FD2E-DFDC-444E-8693-A29AC4483B42}" srcOrd="0" destOrd="0" presId="urn:microsoft.com/office/officeart/2008/layout/LinedList"/>
    <dgm:cxn modelId="{D8F343D4-8DFD-424D-B88E-DAC5F6FBAB97}" srcId="{4DE82655-D019-4735-86AD-D22BF402C4A1}" destId="{E6A4BAE4-0B3E-43A8-9E7F-F1696645A388}" srcOrd="2" destOrd="0" parTransId="{02F4A418-D230-422E-B60D-FD6ACC1EE33F}" sibTransId="{7B6B0923-E546-418C-8B82-C8B320515E7F}"/>
    <dgm:cxn modelId="{CB0B6D46-77B5-45E5-BBD5-992D65C3E231}" srcId="{4DE82655-D019-4735-86AD-D22BF402C4A1}" destId="{CAAEC126-7976-4CEA-9064-2C020EE60377}" srcOrd="1" destOrd="0" parTransId="{F6181C3E-B434-4342-BA35-E4CA9DCFB348}" sibTransId="{302C1147-0A30-4610-BD6F-B21ABEC65645}"/>
    <dgm:cxn modelId="{E2E3C0D5-8796-435D-8F15-FC301AB478E4}" type="presOf" srcId="{AB9763A5-69FB-4AC5-BC38-9A37D8CDA6EF}" destId="{CEAA8FBC-F5BB-402C-A21D-E75BF898C946}" srcOrd="0" destOrd="0" presId="urn:microsoft.com/office/officeart/2008/layout/LinedList"/>
    <dgm:cxn modelId="{BB491F93-753D-4B13-8DCA-2DDEE4AA9865}" srcId="{4DE82655-D019-4735-86AD-D22BF402C4A1}" destId="{B889576A-95F8-4FCE-BC56-6CDFDB0E1535}" srcOrd="0" destOrd="0" parTransId="{DC358280-3AE7-4CFF-B571-A31FA60FF23E}" sibTransId="{071AAA72-CCD5-4F70-8C59-B4918852B779}"/>
    <dgm:cxn modelId="{83F9B99C-96C9-42E1-B57A-32E821BB38AA}" srcId="{4DE82655-D019-4735-86AD-D22BF402C4A1}" destId="{379D7D7B-0A10-46C5-9F5D-F1A112A5D118}" srcOrd="4" destOrd="0" parTransId="{AF618730-EA74-4DBA-BB8F-87F0095E514A}" sibTransId="{7B7490E9-9926-4320-9B21-685D8EC9824A}"/>
    <dgm:cxn modelId="{ABA7502A-8D5C-4866-B02F-16CD1EA6C7E6}" type="presOf" srcId="{CAAEC126-7976-4CEA-9064-2C020EE60377}" destId="{25C7D353-E925-4DAB-A298-31ADA0392A02}" srcOrd="0" destOrd="0" presId="urn:microsoft.com/office/officeart/2008/layout/LinedList"/>
    <dgm:cxn modelId="{622CD15D-740B-4CF0-96D9-92BB61BACAE1}" type="presOf" srcId="{379D7D7B-0A10-46C5-9F5D-F1A112A5D118}" destId="{343B0F0C-1485-473E-AA99-1F34A7CC9E33}" srcOrd="0" destOrd="0" presId="urn:microsoft.com/office/officeart/2008/layout/LinedList"/>
    <dgm:cxn modelId="{9823FB9D-C7F5-4906-BC75-CD586D5F0943}" type="presOf" srcId="{4DE82655-D019-4735-86AD-D22BF402C4A1}" destId="{D589AE8D-AB55-47C1-B032-F63AC38012E2}" srcOrd="0" destOrd="0" presId="urn:microsoft.com/office/officeart/2008/layout/LinedList"/>
    <dgm:cxn modelId="{0BDF7E61-C571-485B-87D5-55D837064987}" type="presParOf" srcId="{CEAA8FBC-F5BB-402C-A21D-E75BF898C946}" destId="{11D6E00F-9466-465A-A03E-92BDE1373F3E}" srcOrd="0" destOrd="0" presId="urn:microsoft.com/office/officeart/2008/layout/LinedList"/>
    <dgm:cxn modelId="{BF72608F-77D0-4269-96E9-CB21DE6A6281}" type="presParOf" srcId="{CEAA8FBC-F5BB-402C-A21D-E75BF898C946}" destId="{303DC108-0D3A-41EF-BA0C-2BE4CA1A2D1F}" srcOrd="1" destOrd="0" presId="urn:microsoft.com/office/officeart/2008/layout/LinedList"/>
    <dgm:cxn modelId="{2EAE0F37-7BB1-488A-83AE-43D20D958CAA}" type="presParOf" srcId="{303DC108-0D3A-41EF-BA0C-2BE4CA1A2D1F}" destId="{D589AE8D-AB55-47C1-B032-F63AC38012E2}" srcOrd="0" destOrd="0" presId="urn:microsoft.com/office/officeart/2008/layout/LinedList"/>
    <dgm:cxn modelId="{272E7179-8503-441F-AF42-325BB063107E}" type="presParOf" srcId="{303DC108-0D3A-41EF-BA0C-2BE4CA1A2D1F}" destId="{268F13A5-0F41-474F-83A7-82557F1C1B65}" srcOrd="1" destOrd="0" presId="urn:microsoft.com/office/officeart/2008/layout/LinedList"/>
    <dgm:cxn modelId="{8C4C9BA9-1EE7-4549-97DD-FC53068C539E}" type="presParOf" srcId="{268F13A5-0F41-474F-83A7-82557F1C1B65}" destId="{C7492EC3-DD48-4616-8FB2-C61EB040A327}" srcOrd="0" destOrd="0" presId="urn:microsoft.com/office/officeart/2008/layout/LinedList"/>
    <dgm:cxn modelId="{5615F631-FC20-4E68-8705-5CE81B620924}" type="presParOf" srcId="{268F13A5-0F41-474F-83A7-82557F1C1B65}" destId="{7A7A6710-BD9E-47D2-B854-3935446097F2}" srcOrd="1" destOrd="0" presId="urn:microsoft.com/office/officeart/2008/layout/LinedList"/>
    <dgm:cxn modelId="{91B30F0A-5802-4A21-A229-87D75AE0F2D0}" type="presParOf" srcId="{7A7A6710-BD9E-47D2-B854-3935446097F2}" destId="{BDA98E50-4F06-4A8A-9693-66BBD732658B}" srcOrd="0" destOrd="0" presId="urn:microsoft.com/office/officeart/2008/layout/LinedList"/>
    <dgm:cxn modelId="{1963B2F8-E743-42A2-81B9-0D0403F45D46}" type="presParOf" srcId="{7A7A6710-BD9E-47D2-B854-3935446097F2}" destId="{1FE7FD2E-DFDC-444E-8693-A29AC4483B42}" srcOrd="1" destOrd="0" presId="urn:microsoft.com/office/officeart/2008/layout/LinedList"/>
    <dgm:cxn modelId="{E6BC60ED-DA44-491A-8FE5-5102EBAFC463}" type="presParOf" srcId="{7A7A6710-BD9E-47D2-B854-3935446097F2}" destId="{A9E84C9E-FBA5-4517-997C-39A17551F194}" srcOrd="2" destOrd="0" presId="urn:microsoft.com/office/officeart/2008/layout/LinedList"/>
    <dgm:cxn modelId="{1C363F77-0FDB-462E-A192-D91328D61D76}" type="presParOf" srcId="{268F13A5-0F41-474F-83A7-82557F1C1B65}" destId="{07CDD929-429B-4CFD-B48A-7DD5304383D7}" srcOrd="2" destOrd="0" presId="urn:microsoft.com/office/officeart/2008/layout/LinedList"/>
    <dgm:cxn modelId="{73C1985B-A5BE-450C-B422-8B85E882C14A}" type="presParOf" srcId="{268F13A5-0F41-474F-83A7-82557F1C1B65}" destId="{A6FEC1FC-64B1-4EFE-BE71-FA7657D2B579}" srcOrd="3" destOrd="0" presId="urn:microsoft.com/office/officeart/2008/layout/LinedList"/>
    <dgm:cxn modelId="{0CA31FB7-6D14-4FE4-B420-1B68A8C99E71}" type="presParOf" srcId="{268F13A5-0F41-474F-83A7-82557F1C1B65}" destId="{D6D22E18-64C1-4949-8A56-D6C14D9E4D19}" srcOrd="4" destOrd="0" presId="urn:microsoft.com/office/officeart/2008/layout/LinedList"/>
    <dgm:cxn modelId="{F3836C56-2D30-4E43-9859-CBE2F053001A}" type="presParOf" srcId="{D6D22E18-64C1-4949-8A56-D6C14D9E4D19}" destId="{AA41593E-0796-4F83-B8AF-EC9AF1F482D9}" srcOrd="0" destOrd="0" presId="urn:microsoft.com/office/officeart/2008/layout/LinedList"/>
    <dgm:cxn modelId="{E1A85344-625C-46C1-8B24-5E1B321155F0}" type="presParOf" srcId="{D6D22E18-64C1-4949-8A56-D6C14D9E4D19}" destId="{25C7D353-E925-4DAB-A298-31ADA0392A02}" srcOrd="1" destOrd="0" presId="urn:microsoft.com/office/officeart/2008/layout/LinedList"/>
    <dgm:cxn modelId="{8EAA1025-2A87-40F1-9704-A4E0F0B7C2E6}" type="presParOf" srcId="{D6D22E18-64C1-4949-8A56-D6C14D9E4D19}" destId="{76B2BF70-D780-4D49-90A4-4DF3795DC8F8}" srcOrd="2" destOrd="0" presId="urn:microsoft.com/office/officeart/2008/layout/LinedList"/>
    <dgm:cxn modelId="{5FED068E-5347-463C-8575-A16E1CA1A0A3}" type="presParOf" srcId="{268F13A5-0F41-474F-83A7-82557F1C1B65}" destId="{B9B4F454-0F5B-4328-B6B0-D6FC2E3D32DD}" srcOrd="5" destOrd="0" presId="urn:microsoft.com/office/officeart/2008/layout/LinedList"/>
    <dgm:cxn modelId="{BFDFC423-DB9A-4F31-BF97-AB076E7A352B}" type="presParOf" srcId="{268F13A5-0F41-474F-83A7-82557F1C1B65}" destId="{C2CE4A4C-EA63-4F6C-B3A1-7828E1A0FE31}" srcOrd="6" destOrd="0" presId="urn:microsoft.com/office/officeart/2008/layout/LinedList"/>
    <dgm:cxn modelId="{A9633C50-7674-4A82-A5A9-D3DBB3C57BA4}" type="presParOf" srcId="{268F13A5-0F41-474F-83A7-82557F1C1B65}" destId="{2A01AE81-5AB3-4241-9F08-B7F6E3FB2BEF}" srcOrd="7" destOrd="0" presId="urn:microsoft.com/office/officeart/2008/layout/LinedList"/>
    <dgm:cxn modelId="{E0B40442-2A4C-4F9D-B2AD-3E8BD18CF607}" type="presParOf" srcId="{2A01AE81-5AB3-4241-9F08-B7F6E3FB2BEF}" destId="{E192C46C-DC9D-4C50-A86E-E40B196EBC92}" srcOrd="0" destOrd="0" presId="urn:microsoft.com/office/officeart/2008/layout/LinedList"/>
    <dgm:cxn modelId="{7F181B39-2139-4630-906D-7A8FA40099EA}" type="presParOf" srcId="{2A01AE81-5AB3-4241-9F08-B7F6E3FB2BEF}" destId="{2E1E896D-BC3E-453A-8BF3-CAAE44B31ADD}" srcOrd="1" destOrd="0" presId="urn:microsoft.com/office/officeart/2008/layout/LinedList"/>
    <dgm:cxn modelId="{06AD070E-2DE3-41BE-977D-11B1AA508BE9}" type="presParOf" srcId="{2A01AE81-5AB3-4241-9F08-B7F6E3FB2BEF}" destId="{A991E048-7469-4460-B84B-A244D5BB69A2}" srcOrd="2" destOrd="0" presId="urn:microsoft.com/office/officeart/2008/layout/LinedList"/>
    <dgm:cxn modelId="{5F1453E4-0B7C-464C-83FB-FC77D49E04CA}" type="presParOf" srcId="{268F13A5-0F41-474F-83A7-82557F1C1B65}" destId="{306EE459-328A-4A9A-80D7-6C4E0817AAB4}" srcOrd="8" destOrd="0" presId="urn:microsoft.com/office/officeart/2008/layout/LinedList"/>
    <dgm:cxn modelId="{9DC497DC-B576-4EED-B183-C7A66A712F73}" type="presParOf" srcId="{268F13A5-0F41-474F-83A7-82557F1C1B65}" destId="{79F12015-9F9C-45C7-8029-420CB55FDFCF}" srcOrd="9" destOrd="0" presId="urn:microsoft.com/office/officeart/2008/layout/LinedList"/>
    <dgm:cxn modelId="{06CDD625-EEB3-48AB-8AA5-67AD74E54BBF}" type="presParOf" srcId="{268F13A5-0F41-474F-83A7-82557F1C1B65}" destId="{A0F0BEC3-DCA3-4E83-A9CA-732F90EDB2B7}" srcOrd="10" destOrd="0" presId="urn:microsoft.com/office/officeart/2008/layout/LinedList"/>
    <dgm:cxn modelId="{8B30CED4-2C08-4FA2-B607-33015E231A23}" type="presParOf" srcId="{A0F0BEC3-DCA3-4E83-A9CA-732F90EDB2B7}" destId="{EF084F2A-077F-4DAB-87D8-06E272C254E1}" srcOrd="0" destOrd="0" presId="urn:microsoft.com/office/officeart/2008/layout/LinedList"/>
    <dgm:cxn modelId="{44F8BDD3-6093-4FC6-A5FB-2E7369D35A50}" type="presParOf" srcId="{A0F0BEC3-DCA3-4E83-A9CA-732F90EDB2B7}" destId="{7EBD09F0-F9D1-4AA0-ABEB-7FBC79BF96CF}" srcOrd="1" destOrd="0" presId="urn:microsoft.com/office/officeart/2008/layout/LinedList"/>
    <dgm:cxn modelId="{F14E19AA-28E0-46D5-8AAC-06D7D6B9C00D}" type="presParOf" srcId="{A0F0BEC3-DCA3-4E83-A9CA-732F90EDB2B7}" destId="{D84DC4A9-7327-4AD2-961E-4152B45C95FF}" srcOrd="2" destOrd="0" presId="urn:microsoft.com/office/officeart/2008/layout/LinedList"/>
    <dgm:cxn modelId="{1774BE13-1998-4B4B-B30F-CD8D1A3A4A3E}" type="presParOf" srcId="{268F13A5-0F41-474F-83A7-82557F1C1B65}" destId="{D51A7AA6-9696-4FC9-A768-71DAC5CC0DAA}" srcOrd="11" destOrd="0" presId="urn:microsoft.com/office/officeart/2008/layout/LinedList"/>
    <dgm:cxn modelId="{1CB78DF1-7E60-4C08-A345-118042FCE5F2}" type="presParOf" srcId="{268F13A5-0F41-474F-83A7-82557F1C1B65}" destId="{15334976-C08B-47D6-96A2-05F71A050D75}" srcOrd="12" destOrd="0" presId="urn:microsoft.com/office/officeart/2008/layout/LinedList"/>
    <dgm:cxn modelId="{288DD41F-F30C-4983-A2AD-2A67C3EC9C08}" type="presParOf" srcId="{268F13A5-0F41-474F-83A7-82557F1C1B65}" destId="{DF44565B-26B5-4E98-B9A8-42B0A7C3666B}" srcOrd="13" destOrd="0" presId="urn:microsoft.com/office/officeart/2008/layout/LinedList"/>
    <dgm:cxn modelId="{97102214-CD86-46C4-B02C-A08DCFD41A65}" type="presParOf" srcId="{DF44565B-26B5-4E98-B9A8-42B0A7C3666B}" destId="{57B8290E-5984-403C-996C-6EF601CCC68E}" srcOrd="0" destOrd="0" presId="urn:microsoft.com/office/officeart/2008/layout/LinedList"/>
    <dgm:cxn modelId="{C84CEB8E-DA07-4B4A-8BCF-FE54D9D8643A}" type="presParOf" srcId="{DF44565B-26B5-4E98-B9A8-42B0A7C3666B}" destId="{343B0F0C-1485-473E-AA99-1F34A7CC9E33}" srcOrd="1" destOrd="0" presId="urn:microsoft.com/office/officeart/2008/layout/LinedList"/>
    <dgm:cxn modelId="{BF5DA9B0-2BE7-43D1-A474-489AE555D16B}" type="presParOf" srcId="{DF44565B-26B5-4E98-B9A8-42B0A7C3666B}" destId="{0F57DED5-E099-473E-8B20-ED2A65E434CE}" srcOrd="2" destOrd="0" presId="urn:microsoft.com/office/officeart/2008/layout/LinedList"/>
    <dgm:cxn modelId="{B23AD27A-FA50-4919-A2C7-759D492FEAAA}" type="presParOf" srcId="{268F13A5-0F41-474F-83A7-82557F1C1B65}" destId="{C1500E72-B37F-4407-A49A-7785ECEF314A}" srcOrd="14" destOrd="0" presId="urn:microsoft.com/office/officeart/2008/layout/LinedList"/>
    <dgm:cxn modelId="{C0945768-1CA6-4DB6-976D-2A5AA878A5D3}" type="presParOf" srcId="{268F13A5-0F41-474F-83A7-82557F1C1B65}" destId="{51F919A4-ED1C-404E-9EC7-D6ADA0D810B8}" srcOrd="15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C348AF8-51D9-481A-8B70-9367988FE7B5}" type="doc">
      <dgm:prSet loTypeId="urn:microsoft.com/office/officeart/2005/8/layout/hChevron3" loCatId="process" qsTypeId="urn:microsoft.com/office/officeart/2005/8/quickstyle/simple1" qsCatId="simple" csTypeId="urn:microsoft.com/office/officeart/2005/8/colors/accent3_2" csCatId="accent3" phldr="1"/>
      <dgm:spPr/>
    </dgm:pt>
    <dgm:pt modelId="{D7D3EFFE-2FFE-4B74-8F2E-035FCBDCEF4B}">
      <dgm:prSet phldrT="[Texte]" custT="1"/>
      <dgm:spPr>
        <a:solidFill>
          <a:srgbClr val="C00000"/>
        </a:solidFill>
      </dgm:spPr>
      <dgm:t>
        <a:bodyPr/>
        <a:lstStyle/>
        <a:p>
          <a:r>
            <a:rPr lang="fr-FR" sz="1400" b="1" cap="none" spc="50" dirty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Contexte</a:t>
          </a:r>
        </a:p>
      </dgm:t>
    </dgm:pt>
    <dgm:pt modelId="{162B2F44-05C6-4902-B9C8-95F6057846F6}" type="parTrans" cxnId="{3B325703-CCEF-49A7-B36C-834CA26073BF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171309EE-4FB4-4CCE-B321-EF23B0CD3A16}" type="sibTrans" cxnId="{3B325703-CCEF-49A7-B36C-834CA26073BF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E04E02D5-14CC-4DA6-AD1F-2A18A8BD726D}">
      <dgm:prSet phldrT="[Texte]" custT="1"/>
      <dgm:spPr/>
      <dgm:t>
        <a:bodyPr/>
        <a:lstStyle/>
        <a:p>
          <a:r>
            <a:rPr lang="fr-FR" sz="1400" b="1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Problématique</a:t>
          </a:r>
          <a:endParaRPr lang="fr-FR" sz="1400" b="1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F9E873E2-633D-4816-9B5E-62F3CAB120E5}" type="parTrans" cxnId="{038CB1CA-9F91-461E-93CC-5132EEFB37A8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6A0044C8-3E52-4009-8711-5D4154E9AB7C}" type="sibTrans" cxnId="{038CB1CA-9F91-461E-93CC-5132EEFB37A8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1A65B276-66D7-4543-B146-8B4C5254EE98}">
      <dgm:prSet custT="1"/>
      <dgm:spPr/>
      <dgm:t>
        <a:bodyPr/>
        <a:lstStyle/>
        <a:p>
          <a:r>
            <a:rPr lang="fr-FR" sz="1400" b="1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Conception</a:t>
          </a:r>
          <a:endParaRPr lang="fr-FR" sz="1400" b="1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480B6B42-3DA4-4BB2-B023-C925D0017DE3}" type="parTrans" cxnId="{39CF71EF-1E72-4B34-B37D-ADB51E91F2B3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49F5634D-F412-4AC9-AE6B-CEAF7F109A57}" type="sibTrans" cxnId="{39CF71EF-1E72-4B34-B37D-ADB51E91F2B3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1BEF75F8-84F2-41E0-A324-AC6221199725}">
      <dgm:prSet custT="1"/>
      <dgm:spPr/>
      <dgm:t>
        <a:bodyPr/>
        <a:lstStyle/>
        <a:p>
          <a:r>
            <a:rPr lang="fr-FR" sz="1400" b="1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Organisation</a:t>
          </a:r>
          <a:endParaRPr lang="fr-FR" sz="1400" b="1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47A63A2C-ABA9-4570-9999-B61DE9159206}" type="parTrans" cxnId="{5C33DAFA-063B-4BC0-B57E-7FAB07108AFD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A49280D6-D69E-454A-BF7C-DAC7B208CC27}" type="sibTrans" cxnId="{5C33DAFA-063B-4BC0-B57E-7FAB07108AFD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4178EB1B-9B29-4DCC-AA31-93704953D2AC}">
      <dgm:prSet custT="1"/>
      <dgm:spPr/>
      <dgm:t>
        <a:bodyPr/>
        <a:lstStyle/>
        <a:p>
          <a:r>
            <a:rPr lang="fr-FR" sz="1400" b="1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Bilan </a:t>
          </a:r>
          <a:endParaRPr lang="fr-FR" sz="800" b="1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01047A68-035F-4F40-9003-AA33C3384389}" type="parTrans" cxnId="{4D57CB47-247E-44D1-BF1A-10975D66E3FF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E116D141-AF93-46E2-93D3-D064EE1A5AE5}" type="sibTrans" cxnId="{4D57CB47-247E-44D1-BF1A-10975D66E3FF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09B26E96-3C67-4FBD-B29A-4C121F7BCCF0}" type="pres">
      <dgm:prSet presAssocID="{DC348AF8-51D9-481A-8B70-9367988FE7B5}" presName="Name0" presStyleCnt="0">
        <dgm:presLayoutVars>
          <dgm:dir/>
          <dgm:resizeHandles val="exact"/>
        </dgm:presLayoutVars>
      </dgm:prSet>
      <dgm:spPr/>
    </dgm:pt>
    <dgm:pt modelId="{7F8C3C3E-0442-4ECD-AF56-AA5115CBD453}" type="pres">
      <dgm:prSet presAssocID="{D7D3EFFE-2FFE-4B74-8F2E-035FCBDCEF4B}" presName="parTxOnly" presStyleLbl="node1" presStyleIdx="0" presStyleCnt="5" custScaleX="127706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072EB2B1-4609-4BA6-96C0-6B4F128F7643}" type="pres">
      <dgm:prSet presAssocID="{171309EE-4FB4-4CCE-B321-EF23B0CD3A16}" presName="parSpace" presStyleCnt="0"/>
      <dgm:spPr/>
    </dgm:pt>
    <dgm:pt modelId="{5D4E571A-31D9-48DC-B811-D97638832778}" type="pres">
      <dgm:prSet presAssocID="{E04E02D5-14CC-4DA6-AD1F-2A18A8BD726D}" presName="parTxOnly" presStyleLbl="node1" presStyleIdx="1" presStyleCnt="5" custScaleX="13892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FFB95CC4-9AA4-4FE4-902A-ECB65798ECA5}" type="pres">
      <dgm:prSet presAssocID="{6A0044C8-3E52-4009-8711-5D4154E9AB7C}" presName="parSpace" presStyleCnt="0"/>
      <dgm:spPr/>
    </dgm:pt>
    <dgm:pt modelId="{7B4EDA10-283B-4D2C-AE07-6856C2500E37}" type="pres">
      <dgm:prSet presAssocID="{1A65B276-66D7-4543-B146-8B4C5254EE98}" presName="parTxOnly" presStyleLbl="node1" presStyleIdx="2" presStyleCnt="5" custScaleX="145671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06D4D012-8B6F-4CDF-9C60-E38C9CFBA58F}" type="pres">
      <dgm:prSet presAssocID="{49F5634D-F412-4AC9-AE6B-CEAF7F109A57}" presName="parSpace" presStyleCnt="0"/>
      <dgm:spPr/>
    </dgm:pt>
    <dgm:pt modelId="{C6D383C7-BD7D-47CD-8134-F7BDD08963C0}" type="pres">
      <dgm:prSet presAssocID="{1BEF75F8-84F2-41E0-A324-AC6221199725}" presName="parTxOnly" presStyleLbl="node1" presStyleIdx="3" presStyleCnt="5" custScaleX="12704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B045F45-F5E4-4E9B-B8B8-1F7E1BF53E00}" type="pres">
      <dgm:prSet presAssocID="{A49280D6-D69E-454A-BF7C-DAC7B208CC27}" presName="parSpace" presStyleCnt="0"/>
      <dgm:spPr/>
    </dgm:pt>
    <dgm:pt modelId="{8121185C-719C-4CAD-B4DE-040B9F9AE735}" type="pres">
      <dgm:prSet presAssocID="{4178EB1B-9B29-4DCC-AA31-93704953D2AC}" presName="parTxOnly" presStyleLbl="node1" presStyleIdx="4" presStyleCnt="5" custScaleX="109833" custLinFactNeighborX="-5988" custLinFactNeighborY="998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707A2000-BFA8-4309-ADDA-E0B3D36CA874}" type="presOf" srcId="{1A65B276-66D7-4543-B146-8B4C5254EE98}" destId="{7B4EDA10-283B-4D2C-AE07-6856C2500E37}" srcOrd="0" destOrd="0" presId="urn:microsoft.com/office/officeart/2005/8/layout/hChevron3"/>
    <dgm:cxn modelId="{20D6BD7F-6CFE-4584-A84B-B50886359E37}" type="presOf" srcId="{4178EB1B-9B29-4DCC-AA31-93704953D2AC}" destId="{8121185C-719C-4CAD-B4DE-040B9F9AE735}" srcOrd="0" destOrd="0" presId="urn:microsoft.com/office/officeart/2005/8/layout/hChevron3"/>
    <dgm:cxn modelId="{2D10028A-D462-4C34-A2DD-94558B2BE34C}" type="presOf" srcId="{1BEF75F8-84F2-41E0-A324-AC6221199725}" destId="{C6D383C7-BD7D-47CD-8134-F7BDD08963C0}" srcOrd="0" destOrd="0" presId="urn:microsoft.com/office/officeart/2005/8/layout/hChevron3"/>
    <dgm:cxn modelId="{5C33DAFA-063B-4BC0-B57E-7FAB07108AFD}" srcId="{DC348AF8-51D9-481A-8B70-9367988FE7B5}" destId="{1BEF75F8-84F2-41E0-A324-AC6221199725}" srcOrd="3" destOrd="0" parTransId="{47A63A2C-ABA9-4570-9999-B61DE9159206}" sibTransId="{A49280D6-D69E-454A-BF7C-DAC7B208CC27}"/>
    <dgm:cxn modelId="{3B325703-CCEF-49A7-B36C-834CA26073BF}" srcId="{DC348AF8-51D9-481A-8B70-9367988FE7B5}" destId="{D7D3EFFE-2FFE-4B74-8F2E-035FCBDCEF4B}" srcOrd="0" destOrd="0" parTransId="{162B2F44-05C6-4902-B9C8-95F6057846F6}" sibTransId="{171309EE-4FB4-4CCE-B321-EF23B0CD3A16}"/>
    <dgm:cxn modelId="{55EEB9D7-B81F-434F-AF71-5B76D0DBC92E}" type="presOf" srcId="{DC348AF8-51D9-481A-8B70-9367988FE7B5}" destId="{09B26E96-3C67-4FBD-B29A-4C121F7BCCF0}" srcOrd="0" destOrd="0" presId="urn:microsoft.com/office/officeart/2005/8/layout/hChevron3"/>
    <dgm:cxn modelId="{D6EB5D86-D7C1-4BF7-820C-E404FC7150C7}" type="presOf" srcId="{D7D3EFFE-2FFE-4B74-8F2E-035FCBDCEF4B}" destId="{7F8C3C3E-0442-4ECD-AF56-AA5115CBD453}" srcOrd="0" destOrd="0" presId="urn:microsoft.com/office/officeart/2005/8/layout/hChevron3"/>
    <dgm:cxn modelId="{A87785E2-13FD-4D72-843C-8B4A07A43917}" type="presOf" srcId="{E04E02D5-14CC-4DA6-AD1F-2A18A8BD726D}" destId="{5D4E571A-31D9-48DC-B811-D97638832778}" srcOrd="0" destOrd="0" presId="urn:microsoft.com/office/officeart/2005/8/layout/hChevron3"/>
    <dgm:cxn modelId="{038CB1CA-9F91-461E-93CC-5132EEFB37A8}" srcId="{DC348AF8-51D9-481A-8B70-9367988FE7B5}" destId="{E04E02D5-14CC-4DA6-AD1F-2A18A8BD726D}" srcOrd="1" destOrd="0" parTransId="{F9E873E2-633D-4816-9B5E-62F3CAB120E5}" sibTransId="{6A0044C8-3E52-4009-8711-5D4154E9AB7C}"/>
    <dgm:cxn modelId="{39CF71EF-1E72-4B34-B37D-ADB51E91F2B3}" srcId="{DC348AF8-51D9-481A-8B70-9367988FE7B5}" destId="{1A65B276-66D7-4543-B146-8B4C5254EE98}" srcOrd="2" destOrd="0" parTransId="{480B6B42-3DA4-4BB2-B023-C925D0017DE3}" sibTransId="{49F5634D-F412-4AC9-AE6B-CEAF7F109A57}"/>
    <dgm:cxn modelId="{4D57CB47-247E-44D1-BF1A-10975D66E3FF}" srcId="{DC348AF8-51D9-481A-8B70-9367988FE7B5}" destId="{4178EB1B-9B29-4DCC-AA31-93704953D2AC}" srcOrd="4" destOrd="0" parTransId="{01047A68-035F-4F40-9003-AA33C3384389}" sibTransId="{E116D141-AF93-46E2-93D3-D064EE1A5AE5}"/>
    <dgm:cxn modelId="{448EC21E-2337-42D0-ADE7-25199B99542F}" type="presParOf" srcId="{09B26E96-3C67-4FBD-B29A-4C121F7BCCF0}" destId="{7F8C3C3E-0442-4ECD-AF56-AA5115CBD453}" srcOrd="0" destOrd="0" presId="urn:microsoft.com/office/officeart/2005/8/layout/hChevron3"/>
    <dgm:cxn modelId="{B19D8627-9B2A-4958-AC9C-69535F8DFC9F}" type="presParOf" srcId="{09B26E96-3C67-4FBD-B29A-4C121F7BCCF0}" destId="{072EB2B1-4609-4BA6-96C0-6B4F128F7643}" srcOrd="1" destOrd="0" presId="urn:microsoft.com/office/officeart/2005/8/layout/hChevron3"/>
    <dgm:cxn modelId="{EDB44B2C-CE2D-4484-A126-13A6059F59F4}" type="presParOf" srcId="{09B26E96-3C67-4FBD-B29A-4C121F7BCCF0}" destId="{5D4E571A-31D9-48DC-B811-D97638832778}" srcOrd="2" destOrd="0" presId="urn:microsoft.com/office/officeart/2005/8/layout/hChevron3"/>
    <dgm:cxn modelId="{A76BF5E2-311B-4C29-AAE8-28EF431AB72C}" type="presParOf" srcId="{09B26E96-3C67-4FBD-B29A-4C121F7BCCF0}" destId="{FFB95CC4-9AA4-4FE4-902A-ECB65798ECA5}" srcOrd="3" destOrd="0" presId="urn:microsoft.com/office/officeart/2005/8/layout/hChevron3"/>
    <dgm:cxn modelId="{FDDF2138-B99C-4FA3-BF60-FB60262645DD}" type="presParOf" srcId="{09B26E96-3C67-4FBD-B29A-4C121F7BCCF0}" destId="{7B4EDA10-283B-4D2C-AE07-6856C2500E37}" srcOrd="4" destOrd="0" presId="urn:microsoft.com/office/officeart/2005/8/layout/hChevron3"/>
    <dgm:cxn modelId="{259D1BC8-08AB-443A-9AF7-B42EC879AAAA}" type="presParOf" srcId="{09B26E96-3C67-4FBD-B29A-4C121F7BCCF0}" destId="{06D4D012-8B6F-4CDF-9C60-E38C9CFBA58F}" srcOrd="5" destOrd="0" presId="urn:microsoft.com/office/officeart/2005/8/layout/hChevron3"/>
    <dgm:cxn modelId="{FE899A41-D082-44F7-8A67-AC86BA24A2A7}" type="presParOf" srcId="{09B26E96-3C67-4FBD-B29A-4C121F7BCCF0}" destId="{C6D383C7-BD7D-47CD-8134-F7BDD08963C0}" srcOrd="6" destOrd="0" presId="urn:microsoft.com/office/officeart/2005/8/layout/hChevron3"/>
    <dgm:cxn modelId="{CDD726F3-F96F-400E-97C1-EEE0EF020CE6}" type="presParOf" srcId="{09B26E96-3C67-4FBD-B29A-4C121F7BCCF0}" destId="{DB045F45-F5E4-4E9B-B8B8-1F7E1BF53E00}" srcOrd="7" destOrd="0" presId="urn:microsoft.com/office/officeart/2005/8/layout/hChevron3"/>
    <dgm:cxn modelId="{59AF5535-F200-4F77-B1B3-BEFA1F545477}" type="presParOf" srcId="{09B26E96-3C67-4FBD-B29A-4C121F7BCCF0}" destId="{8121185C-719C-4CAD-B4DE-040B9F9AE735}" srcOrd="8" destOrd="0" presId="urn:microsoft.com/office/officeart/2005/8/layout/hChevron3"/>
  </dgm:cxnLst>
  <dgm:bg/>
  <dgm:whole>
    <a:ln w="3175">
      <a:noFill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C348AF8-51D9-481A-8B70-9367988FE7B5}" type="doc">
      <dgm:prSet loTypeId="urn:microsoft.com/office/officeart/2005/8/layout/hChevron3" loCatId="process" qsTypeId="urn:microsoft.com/office/officeart/2005/8/quickstyle/simple1" qsCatId="simple" csTypeId="urn:microsoft.com/office/officeart/2005/8/colors/accent3_2" csCatId="accent3" phldr="1"/>
      <dgm:spPr/>
    </dgm:pt>
    <dgm:pt modelId="{D7D3EFFE-2FFE-4B74-8F2E-035FCBDCEF4B}">
      <dgm:prSet phldrT="[Texte]" custT="1"/>
      <dgm:spPr>
        <a:solidFill>
          <a:srgbClr val="C00000"/>
        </a:solidFill>
      </dgm:spPr>
      <dgm:t>
        <a:bodyPr/>
        <a:lstStyle/>
        <a:p>
          <a:r>
            <a:rPr lang="fr-FR" sz="1400" b="1" cap="none" spc="50" dirty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Contexte</a:t>
          </a:r>
        </a:p>
      </dgm:t>
    </dgm:pt>
    <dgm:pt modelId="{162B2F44-05C6-4902-B9C8-95F6057846F6}" type="parTrans" cxnId="{3B325703-CCEF-49A7-B36C-834CA26073BF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171309EE-4FB4-4CCE-B321-EF23B0CD3A16}" type="sibTrans" cxnId="{3B325703-CCEF-49A7-B36C-834CA26073BF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E04E02D5-14CC-4DA6-AD1F-2A18A8BD726D}">
      <dgm:prSet phldrT="[Texte]" custT="1"/>
      <dgm:spPr/>
      <dgm:t>
        <a:bodyPr/>
        <a:lstStyle/>
        <a:p>
          <a:r>
            <a:rPr lang="fr-FR" sz="1400" b="1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Problématique</a:t>
          </a:r>
          <a:endParaRPr lang="fr-FR" sz="1400" b="1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F9E873E2-633D-4816-9B5E-62F3CAB120E5}" type="parTrans" cxnId="{038CB1CA-9F91-461E-93CC-5132EEFB37A8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6A0044C8-3E52-4009-8711-5D4154E9AB7C}" type="sibTrans" cxnId="{038CB1CA-9F91-461E-93CC-5132EEFB37A8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1A65B276-66D7-4543-B146-8B4C5254EE98}">
      <dgm:prSet custT="1"/>
      <dgm:spPr/>
      <dgm:t>
        <a:bodyPr/>
        <a:lstStyle/>
        <a:p>
          <a:r>
            <a:rPr lang="fr-FR" sz="1400" b="1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Conception</a:t>
          </a:r>
          <a:endParaRPr lang="fr-FR" sz="1400" b="1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480B6B42-3DA4-4BB2-B023-C925D0017DE3}" type="parTrans" cxnId="{39CF71EF-1E72-4B34-B37D-ADB51E91F2B3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49F5634D-F412-4AC9-AE6B-CEAF7F109A57}" type="sibTrans" cxnId="{39CF71EF-1E72-4B34-B37D-ADB51E91F2B3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1BEF75F8-84F2-41E0-A324-AC6221199725}">
      <dgm:prSet custT="1"/>
      <dgm:spPr/>
      <dgm:t>
        <a:bodyPr/>
        <a:lstStyle/>
        <a:p>
          <a:r>
            <a:rPr lang="fr-FR" sz="1400" b="1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Organisation</a:t>
          </a:r>
          <a:endParaRPr lang="fr-FR" sz="1400" b="1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47A63A2C-ABA9-4570-9999-B61DE9159206}" type="parTrans" cxnId="{5C33DAFA-063B-4BC0-B57E-7FAB07108AFD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A49280D6-D69E-454A-BF7C-DAC7B208CC27}" type="sibTrans" cxnId="{5C33DAFA-063B-4BC0-B57E-7FAB07108AFD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4178EB1B-9B29-4DCC-AA31-93704953D2AC}">
      <dgm:prSet custT="1"/>
      <dgm:spPr/>
      <dgm:t>
        <a:bodyPr/>
        <a:lstStyle/>
        <a:p>
          <a:r>
            <a:rPr lang="fr-FR" sz="1400" b="1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Bilan </a:t>
          </a:r>
          <a:endParaRPr lang="fr-FR" sz="800" b="1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01047A68-035F-4F40-9003-AA33C3384389}" type="parTrans" cxnId="{4D57CB47-247E-44D1-BF1A-10975D66E3FF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E116D141-AF93-46E2-93D3-D064EE1A5AE5}" type="sibTrans" cxnId="{4D57CB47-247E-44D1-BF1A-10975D66E3FF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09B26E96-3C67-4FBD-B29A-4C121F7BCCF0}" type="pres">
      <dgm:prSet presAssocID="{DC348AF8-51D9-481A-8B70-9367988FE7B5}" presName="Name0" presStyleCnt="0">
        <dgm:presLayoutVars>
          <dgm:dir/>
          <dgm:resizeHandles val="exact"/>
        </dgm:presLayoutVars>
      </dgm:prSet>
      <dgm:spPr/>
    </dgm:pt>
    <dgm:pt modelId="{7F8C3C3E-0442-4ECD-AF56-AA5115CBD453}" type="pres">
      <dgm:prSet presAssocID="{D7D3EFFE-2FFE-4B74-8F2E-035FCBDCEF4B}" presName="parTxOnly" presStyleLbl="node1" presStyleIdx="0" presStyleCnt="5" custScaleX="127706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072EB2B1-4609-4BA6-96C0-6B4F128F7643}" type="pres">
      <dgm:prSet presAssocID="{171309EE-4FB4-4CCE-B321-EF23B0CD3A16}" presName="parSpace" presStyleCnt="0"/>
      <dgm:spPr/>
    </dgm:pt>
    <dgm:pt modelId="{5D4E571A-31D9-48DC-B811-D97638832778}" type="pres">
      <dgm:prSet presAssocID="{E04E02D5-14CC-4DA6-AD1F-2A18A8BD726D}" presName="parTxOnly" presStyleLbl="node1" presStyleIdx="1" presStyleCnt="5" custScaleX="13892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FFB95CC4-9AA4-4FE4-902A-ECB65798ECA5}" type="pres">
      <dgm:prSet presAssocID="{6A0044C8-3E52-4009-8711-5D4154E9AB7C}" presName="parSpace" presStyleCnt="0"/>
      <dgm:spPr/>
    </dgm:pt>
    <dgm:pt modelId="{7B4EDA10-283B-4D2C-AE07-6856C2500E37}" type="pres">
      <dgm:prSet presAssocID="{1A65B276-66D7-4543-B146-8B4C5254EE98}" presName="parTxOnly" presStyleLbl="node1" presStyleIdx="2" presStyleCnt="5" custScaleX="145671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06D4D012-8B6F-4CDF-9C60-E38C9CFBA58F}" type="pres">
      <dgm:prSet presAssocID="{49F5634D-F412-4AC9-AE6B-CEAF7F109A57}" presName="parSpace" presStyleCnt="0"/>
      <dgm:spPr/>
    </dgm:pt>
    <dgm:pt modelId="{C6D383C7-BD7D-47CD-8134-F7BDD08963C0}" type="pres">
      <dgm:prSet presAssocID="{1BEF75F8-84F2-41E0-A324-AC6221199725}" presName="parTxOnly" presStyleLbl="node1" presStyleIdx="3" presStyleCnt="5" custScaleX="12704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B045F45-F5E4-4E9B-B8B8-1F7E1BF53E00}" type="pres">
      <dgm:prSet presAssocID="{A49280D6-D69E-454A-BF7C-DAC7B208CC27}" presName="parSpace" presStyleCnt="0"/>
      <dgm:spPr/>
    </dgm:pt>
    <dgm:pt modelId="{8121185C-719C-4CAD-B4DE-040B9F9AE735}" type="pres">
      <dgm:prSet presAssocID="{4178EB1B-9B29-4DCC-AA31-93704953D2AC}" presName="parTxOnly" presStyleLbl="node1" presStyleIdx="4" presStyleCnt="5" custScaleX="109833" custLinFactNeighborX="-5988" custLinFactNeighborY="998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707A2000-BFA8-4309-ADDA-E0B3D36CA874}" type="presOf" srcId="{1A65B276-66D7-4543-B146-8B4C5254EE98}" destId="{7B4EDA10-283B-4D2C-AE07-6856C2500E37}" srcOrd="0" destOrd="0" presId="urn:microsoft.com/office/officeart/2005/8/layout/hChevron3"/>
    <dgm:cxn modelId="{20D6BD7F-6CFE-4584-A84B-B50886359E37}" type="presOf" srcId="{4178EB1B-9B29-4DCC-AA31-93704953D2AC}" destId="{8121185C-719C-4CAD-B4DE-040B9F9AE735}" srcOrd="0" destOrd="0" presId="urn:microsoft.com/office/officeart/2005/8/layout/hChevron3"/>
    <dgm:cxn modelId="{2D10028A-D462-4C34-A2DD-94558B2BE34C}" type="presOf" srcId="{1BEF75F8-84F2-41E0-A324-AC6221199725}" destId="{C6D383C7-BD7D-47CD-8134-F7BDD08963C0}" srcOrd="0" destOrd="0" presId="urn:microsoft.com/office/officeart/2005/8/layout/hChevron3"/>
    <dgm:cxn modelId="{5C33DAFA-063B-4BC0-B57E-7FAB07108AFD}" srcId="{DC348AF8-51D9-481A-8B70-9367988FE7B5}" destId="{1BEF75F8-84F2-41E0-A324-AC6221199725}" srcOrd="3" destOrd="0" parTransId="{47A63A2C-ABA9-4570-9999-B61DE9159206}" sibTransId="{A49280D6-D69E-454A-BF7C-DAC7B208CC27}"/>
    <dgm:cxn modelId="{3B325703-CCEF-49A7-B36C-834CA26073BF}" srcId="{DC348AF8-51D9-481A-8B70-9367988FE7B5}" destId="{D7D3EFFE-2FFE-4B74-8F2E-035FCBDCEF4B}" srcOrd="0" destOrd="0" parTransId="{162B2F44-05C6-4902-B9C8-95F6057846F6}" sibTransId="{171309EE-4FB4-4CCE-B321-EF23B0CD3A16}"/>
    <dgm:cxn modelId="{55EEB9D7-B81F-434F-AF71-5B76D0DBC92E}" type="presOf" srcId="{DC348AF8-51D9-481A-8B70-9367988FE7B5}" destId="{09B26E96-3C67-4FBD-B29A-4C121F7BCCF0}" srcOrd="0" destOrd="0" presId="urn:microsoft.com/office/officeart/2005/8/layout/hChevron3"/>
    <dgm:cxn modelId="{D6EB5D86-D7C1-4BF7-820C-E404FC7150C7}" type="presOf" srcId="{D7D3EFFE-2FFE-4B74-8F2E-035FCBDCEF4B}" destId="{7F8C3C3E-0442-4ECD-AF56-AA5115CBD453}" srcOrd="0" destOrd="0" presId="urn:microsoft.com/office/officeart/2005/8/layout/hChevron3"/>
    <dgm:cxn modelId="{A87785E2-13FD-4D72-843C-8B4A07A43917}" type="presOf" srcId="{E04E02D5-14CC-4DA6-AD1F-2A18A8BD726D}" destId="{5D4E571A-31D9-48DC-B811-D97638832778}" srcOrd="0" destOrd="0" presId="urn:microsoft.com/office/officeart/2005/8/layout/hChevron3"/>
    <dgm:cxn modelId="{038CB1CA-9F91-461E-93CC-5132EEFB37A8}" srcId="{DC348AF8-51D9-481A-8B70-9367988FE7B5}" destId="{E04E02D5-14CC-4DA6-AD1F-2A18A8BD726D}" srcOrd="1" destOrd="0" parTransId="{F9E873E2-633D-4816-9B5E-62F3CAB120E5}" sibTransId="{6A0044C8-3E52-4009-8711-5D4154E9AB7C}"/>
    <dgm:cxn modelId="{39CF71EF-1E72-4B34-B37D-ADB51E91F2B3}" srcId="{DC348AF8-51D9-481A-8B70-9367988FE7B5}" destId="{1A65B276-66D7-4543-B146-8B4C5254EE98}" srcOrd="2" destOrd="0" parTransId="{480B6B42-3DA4-4BB2-B023-C925D0017DE3}" sibTransId="{49F5634D-F412-4AC9-AE6B-CEAF7F109A57}"/>
    <dgm:cxn modelId="{4D57CB47-247E-44D1-BF1A-10975D66E3FF}" srcId="{DC348AF8-51D9-481A-8B70-9367988FE7B5}" destId="{4178EB1B-9B29-4DCC-AA31-93704953D2AC}" srcOrd="4" destOrd="0" parTransId="{01047A68-035F-4F40-9003-AA33C3384389}" sibTransId="{E116D141-AF93-46E2-93D3-D064EE1A5AE5}"/>
    <dgm:cxn modelId="{448EC21E-2337-42D0-ADE7-25199B99542F}" type="presParOf" srcId="{09B26E96-3C67-4FBD-B29A-4C121F7BCCF0}" destId="{7F8C3C3E-0442-4ECD-AF56-AA5115CBD453}" srcOrd="0" destOrd="0" presId="urn:microsoft.com/office/officeart/2005/8/layout/hChevron3"/>
    <dgm:cxn modelId="{B19D8627-9B2A-4958-AC9C-69535F8DFC9F}" type="presParOf" srcId="{09B26E96-3C67-4FBD-B29A-4C121F7BCCF0}" destId="{072EB2B1-4609-4BA6-96C0-6B4F128F7643}" srcOrd="1" destOrd="0" presId="urn:microsoft.com/office/officeart/2005/8/layout/hChevron3"/>
    <dgm:cxn modelId="{EDB44B2C-CE2D-4484-A126-13A6059F59F4}" type="presParOf" srcId="{09B26E96-3C67-4FBD-B29A-4C121F7BCCF0}" destId="{5D4E571A-31D9-48DC-B811-D97638832778}" srcOrd="2" destOrd="0" presId="urn:microsoft.com/office/officeart/2005/8/layout/hChevron3"/>
    <dgm:cxn modelId="{A76BF5E2-311B-4C29-AAE8-28EF431AB72C}" type="presParOf" srcId="{09B26E96-3C67-4FBD-B29A-4C121F7BCCF0}" destId="{FFB95CC4-9AA4-4FE4-902A-ECB65798ECA5}" srcOrd="3" destOrd="0" presId="urn:microsoft.com/office/officeart/2005/8/layout/hChevron3"/>
    <dgm:cxn modelId="{FDDF2138-B99C-4FA3-BF60-FB60262645DD}" type="presParOf" srcId="{09B26E96-3C67-4FBD-B29A-4C121F7BCCF0}" destId="{7B4EDA10-283B-4D2C-AE07-6856C2500E37}" srcOrd="4" destOrd="0" presId="urn:microsoft.com/office/officeart/2005/8/layout/hChevron3"/>
    <dgm:cxn modelId="{259D1BC8-08AB-443A-9AF7-B42EC879AAAA}" type="presParOf" srcId="{09B26E96-3C67-4FBD-B29A-4C121F7BCCF0}" destId="{06D4D012-8B6F-4CDF-9C60-E38C9CFBA58F}" srcOrd="5" destOrd="0" presId="urn:microsoft.com/office/officeart/2005/8/layout/hChevron3"/>
    <dgm:cxn modelId="{FE899A41-D082-44F7-8A67-AC86BA24A2A7}" type="presParOf" srcId="{09B26E96-3C67-4FBD-B29A-4C121F7BCCF0}" destId="{C6D383C7-BD7D-47CD-8134-F7BDD08963C0}" srcOrd="6" destOrd="0" presId="urn:microsoft.com/office/officeart/2005/8/layout/hChevron3"/>
    <dgm:cxn modelId="{CDD726F3-F96F-400E-97C1-EEE0EF020CE6}" type="presParOf" srcId="{09B26E96-3C67-4FBD-B29A-4C121F7BCCF0}" destId="{DB045F45-F5E4-4E9B-B8B8-1F7E1BF53E00}" srcOrd="7" destOrd="0" presId="urn:microsoft.com/office/officeart/2005/8/layout/hChevron3"/>
    <dgm:cxn modelId="{59AF5535-F200-4F77-B1B3-BEFA1F545477}" type="presParOf" srcId="{09B26E96-3C67-4FBD-B29A-4C121F7BCCF0}" destId="{8121185C-719C-4CAD-B4DE-040B9F9AE735}" srcOrd="8" destOrd="0" presId="urn:microsoft.com/office/officeart/2005/8/layout/hChevron3"/>
  </dgm:cxnLst>
  <dgm:bg/>
  <dgm:whole>
    <a:ln w="3175"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C348AF8-51D9-481A-8B70-9367988FE7B5}" type="doc">
      <dgm:prSet loTypeId="urn:microsoft.com/office/officeart/2005/8/layout/hChevron3" loCatId="process" qsTypeId="urn:microsoft.com/office/officeart/2005/8/quickstyle/simple1" qsCatId="simple" csTypeId="urn:microsoft.com/office/officeart/2005/8/colors/accent3_2" csCatId="accent3" phldr="1"/>
      <dgm:spPr/>
    </dgm:pt>
    <dgm:pt modelId="{D7D3EFFE-2FFE-4B74-8F2E-035FCBDCEF4B}">
      <dgm:prSet phldrT="[Texte]" custT="1"/>
      <dgm:spPr>
        <a:solidFill>
          <a:srgbClr val="265991"/>
        </a:solidFill>
      </dgm:spPr>
      <dgm:t>
        <a:bodyPr/>
        <a:lstStyle/>
        <a:p>
          <a:r>
            <a:rPr lang="fr-FR" sz="1400" b="1" cap="none" spc="50" dirty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Contexte</a:t>
          </a:r>
        </a:p>
      </dgm:t>
    </dgm:pt>
    <dgm:pt modelId="{162B2F44-05C6-4902-B9C8-95F6057846F6}" type="parTrans" cxnId="{3B325703-CCEF-49A7-B36C-834CA26073BF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171309EE-4FB4-4CCE-B321-EF23B0CD3A16}" type="sibTrans" cxnId="{3B325703-CCEF-49A7-B36C-834CA26073BF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E04E02D5-14CC-4DA6-AD1F-2A18A8BD726D}">
      <dgm:prSet phldrT="[Texte]" custT="1"/>
      <dgm:spPr>
        <a:solidFill>
          <a:srgbClr val="C00000"/>
        </a:solidFill>
      </dgm:spPr>
      <dgm:t>
        <a:bodyPr/>
        <a:lstStyle/>
        <a:p>
          <a:r>
            <a:rPr lang="fr-FR" sz="1400" b="1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Problématique</a:t>
          </a:r>
          <a:endParaRPr lang="fr-FR" sz="1400" b="1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F9E873E2-633D-4816-9B5E-62F3CAB120E5}" type="parTrans" cxnId="{038CB1CA-9F91-461E-93CC-5132EEFB37A8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6A0044C8-3E52-4009-8711-5D4154E9AB7C}" type="sibTrans" cxnId="{038CB1CA-9F91-461E-93CC-5132EEFB37A8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1A65B276-66D7-4543-B146-8B4C5254EE98}">
      <dgm:prSet custT="1"/>
      <dgm:spPr/>
      <dgm:t>
        <a:bodyPr/>
        <a:lstStyle/>
        <a:p>
          <a:r>
            <a:rPr lang="fr-FR" sz="1400" b="1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Conception</a:t>
          </a:r>
          <a:endParaRPr lang="fr-FR" sz="1400" b="1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480B6B42-3DA4-4BB2-B023-C925D0017DE3}" type="parTrans" cxnId="{39CF71EF-1E72-4B34-B37D-ADB51E91F2B3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49F5634D-F412-4AC9-AE6B-CEAF7F109A57}" type="sibTrans" cxnId="{39CF71EF-1E72-4B34-B37D-ADB51E91F2B3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1BEF75F8-84F2-41E0-A324-AC6221199725}">
      <dgm:prSet custT="1"/>
      <dgm:spPr/>
      <dgm:t>
        <a:bodyPr/>
        <a:lstStyle/>
        <a:p>
          <a:r>
            <a:rPr lang="fr-FR" sz="1400" b="1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Organisation</a:t>
          </a:r>
          <a:endParaRPr lang="fr-FR" sz="1400" b="1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47A63A2C-ABA9-4570-9999-B61DE9159206}" type="parTrans" cxnId="{5C33DAFA-063B-4BC0-B57E-7FAB07108AFD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A49280D6-D69E-454A-BF7C-DAC7B208CC27}" type="sibTrans" cxnId="{5C33DAFA-063B-4BC0-B57E-7FAB07108AFD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4178EB1B-9B29-4DCC-AA31-93704953D2AC}">
      <dgm:prSet custT="1"/>
      <dgm:spPr/>
      <dgm:t>
        <a:bodyPr/>
        <a:lstStyle/>
        <a:p>
          <a:r>
            <a:rPr lang="fr-FR" sz="1400" b="1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Bilan </a:t>
          </a:r>
          <a:endParaRPr lang="fr-FR" sz="800" b="1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01047A68-035F-4F40-9003-AA33C3384389}" type="parTrans" cxnId="{4D57CB47-247E-44D1-BF1A-10975D66E3FF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E116D141-AF93-46E2-93D3-D064EE1A5AE5}" type="sibTrans" cxnId="{4D57CB47-247E-44D1-BF1A-10975D66E3FF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09B26E96-3C67-4FBD-B29A-4C121F7BCCF0}" type="pres">
      <dgm:prSet presAssocID="{DC348AF8-51D9-481A-8B70-9367988FE7B5}" presName="Name0" presStyleCnt="0">
        <dgm:presLayoutVars>
          <dgm:dir/>
          <dgm:resizeHandles val="exact"/>
        </dgm:presLayoutVars>
      </dgm:prSet>
      <dgm:spPr/>
    </dgm:pt>
    <dgm:pt modelId="{7F8C3C3E-0442-4ECD-AF56-AA5115CBD453}" type="pres">
      <dgm:prSet presAssocID="{D7D3EFFE-2FFE-4B74-8F2E-035FCBDCEF4B}" presName="parTxOnly" presStyleLbl="node1" presStyleIdx="0" presStyleCnt="5" custScaleX="127706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072EB2B1-4609-4BA6-96C0-6B4F128F7643}" type="pres">
      <dgm:prSet presAssocID="{171309EE-4FB4-4CCE-B321-EF23B0CD3A16}" presName="parSpace" presStyleCnt="0"/>
      <dgm:spPr/>
    </dgm:pt>
    <dgm:pt modelId="{5D4E571A-31D9-48DC-B811-D97638832778}" type="pres">
      <dgm:prSet presAssocID="{E04E02D5-14CC-4DA6-AD1F-2A18A8BD726D}" presName="parTxOnly" presStyleLbl="node1" presStyleIdx="1" presStyleCnt="5" custScaleX="13892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FFB95CC4-9AA4-4FE4-902A-ECB65798ECA5}" type="pres">
      <dgm:prSet presAssocID="{6A0044C8-3E52-4009-8711-5D4154E9AB7C}" presName="parSpace" presStyleCnt="0"/>
      <dgm:spPr/>
    </dgm:pt>
    <dgm:pt modelId="{7B4EDA10-283B-4D2C-AE07-6856C2500E37}" type="pres">
      <dgm:prSet presAssocID="{1A65B276-66D7-4543-B146-8B4C5254EE98}" presName="parTxOnly" presStyleLbl="node1" presStyleIdx="2" presStyleCnt="5" custScaleX="145671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06D4D012-8B6F-4CDF-9C60-E38C9CFBA58F}" type="pres">
      <dgm:prSet presAssocID="{49F5634D-F412-4AC9-AE6B-CEAF7F109A57}" presName="parSpace" presStyleCnt="0"/>
      <dgm:spPr/>
    </dgm:pt>
    <dgm:pt modelId="{C6D383C7-BD7D-47CD-8134-F7BDD08963C0}" type="pres">
      <dgm:prSet presAssocID="{1BEF75F8-84F2-41E0-A324-AC6221199725}" presName="parTxOnly" presStyleLbl="node1" presStyleIdx="3" presStyleCnt="5" custScaleX="12704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B045F45-F5E4-4E9B-B8B8-1F7E1BF53E00}" type="pres">
      <dgm:prSet presAssocID="{A49280D6-D69E-454A-BF7C-DAC7B208CC27}" presName="parSpace" presStyleCnt="0"/>
      <dgm:spPr/>
    </dgm:pt>
    <dgm:pt modelId="{8121185C-719C-4CAD-B4DE-040B9F9AE735}" type="pres">
      <dgm:prSet presAssocID="{4178EB1B-9B29-4DCC-AA31-93704953D2AC}" presName="parTxOnly" presStyleLbl="node1" presStyleIdx="4" presStyleCnt="5" custScaleX="109833" custLinFactNeighborX="-5988" custLinFactNeighborY="998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707A2000-BFA8-4309-ADDA-E0B3D36CA874}" type="presOf" srcId="{1A65B276-66D7-4543-B146-8B4C5254EE98}" destId="{7B4EDA10-283B-4D2C-AE07-6856C2500E37}" srcOrd="0" destOrd="0" presId="urn:microsoft.com/office/officeart/2005/8/layout/hChevron3"/>
    <dgm:cxn modelId="{20D6BD7F-6CFE-4584-A84B-B50886359E37}" type="presOf" srcId="{4178EB1B-9B29-4DCC-AA31-93704953D2AC}" destId="{8121185C-719C-4CAD-B4DE-040B9F9AE735}" srcOrd="0" destOrd="0" presId="urn:microsoft.com/office/officeart/2005/8/layout/hChevron3"/>
    <dgm:cxn modelId="{2D10028A-D462-4C34-A2DD-94558B2BE34C}" type="presOf" srcId="{1BEF75F8-84F2-41E0-A324-AC6221199725}" destId="{C6D383C7-BD7D-47CD-8134-F7BDD08963C0}" srcOrd="0" destOrd="0" presId="urn:microsoft.com/office/officeart/2005/8/layout/hChevron3"/>
    <dgm:cxn modelId="{5C33DAFA-063B-4BC0-B57E-7FAB07108AFD}" srcId="{DC348AF8-51D9-481A-8B70-9367988FE7B5}" destId="{1BEF75F8-84F2-41E0-A324-AC6221199725}" srcOrd="3" destOrd="0" parTransId="{47A63A2C-ABA9-4570-9999-B61DE9159206}" sibTransId="{A49280D6-D69E-454A-BF7C-DAC7B208CC27}"/>
    <dgm:cxn modelId="{3B325703-CCEF-49A7-B36C-834CA26073BF}" srcId="{DC348AF8-51D9-481A-8B70-9367988FE7B5}" destId="{D7D3EFFE-2FFE-4B74-8F2E-035FCBDCEF4B}" srcOrd="0" destOrd="0" parTransId="{162B2F44-05C6-4902-B9C8-95F6057846F6}" sibTransId="{171309EE-4FB4-4CCE-B321-EF23B0CD3A16}"/>
    <dgm:cxn modelId="{55EEB9D7-B81F-434F-AF71-5B76D0DBC92E}" type="presOf" srcId="{DC348AF8-51D9-481A-8B70-9367988FE7B5}" destId="{09B26E96-3C67-4FBD-B29A-4C121F7BCCF0}" srcOrd="0" destOrd="0" presId="urn:microsoft.com/office/officeart/2005/8/layout/hChevron3"/>
    <dgm:cxn modelId="{D6EB5D86-D7C1-4BF7-820C-E404FC7150C7}" type="presOf" srcId="{D7D3EFFE-2FFE-4B74-8F2E-035FCBDCEF4B}" destId="{7F8C3C3E-0442-4ECD-AF56-AA5115CBD453}" srcOrd="0" destOrd="0" presId="urn:microsoft.com/office/officeart/2005/8/layout/hChevron3"/>
    <dgm:cxn modelId="{A87785E2-13FD-4D72-843C-8B4A07A43917}" type="presOf" srcId="{E04E02D5-14CC-4DA6-AD1F-2A18A8BD726D}" destId="{5D4E571A-31D9-48DC-B811-D97638832778}" srcOrd="0" destOrd="0" presId="urn:microsoft.com/office/officeart/2005/8/layout/hChevron3"/>
    <dgm:cxn modelId="{038CB1CA-9F91-461E-93CC-5132EEFB37A8}" srcId="{DC348AF8-51D9-481A-8B70-9367988FE7B5}" destId="{E04E02D5-14CC-4DA6-AD1F-2A18A8BD726D}" srcOrd="1" destOrd="0" parTransId="{F9E873E2-633D-4816-9B5E-62F3CAB120E5}" sibTransId="{6A0044C8-3E52-4009-8711-5D4154E9AB7C}"/>
    <dgm:cxn modelId="{39CF71EF-1E72-4B34-B37D-ADB51E91F2B3}" srcId="{DC348AF8-51D9-481A-8B70-9367988FE7B5}" destId="{1A65B276-66D7-4543-B146-8B4C5254EE98}" srcOrd="2" destOrd="0" parTransId="{480B6B42-3DA4-4BB2-B023-C925D0017DE3}" sibTransId="{49F5634D-F412-4AC9-AE6B-CEAF7F109A57}"/>
    <dgm:cxn modelId="{4D57CB47-247E-44D1-BF1A-10975D66E3FF}" srcId="{DC348AF8-51D9-481A-8B70-9367988FE7B5}" destId="{4178EB1B-9B29-4DCC-AA31-93704953D2AC}" srcOrd="4" destOrd="0" parTransId="{01047A68-035F-4F40-9003-AA33C3384389}" sibTransId="{E116D141-AF93-46E2-93D3-D064EE1A5AE5}"/>
    <dgm:cxn modelId="{448EC21E-2337-42D0-ADE7-25199B99542F}" type="presParOf" srcId="{09B26E96-3C67-4FBD-B29A-4C121F7BCCF0}" destId="{7F8C3C3E-0442-4ECD-AF56-AA5115CBD453}" srcOrd="0" destOrd="0" presId="urn:microsoft.com/office/officeart/2005/8/layout/hChevron3"/>
    <dgm:cxn modelId="{B19D8627-9B2A-4958-AC9C-69535F8DFC9F}" type="presParOf" srcId="{09B26E96-3C67-4FBD-B29A-4C121F7BCCF0}" destId="{072EB2B1-4609-4BA6-96C0-6B4F128F7643}" srcOrd="1" destOrd="0" presId="urn:microsoft.com/office/officeart/2005/8/layout/hChevron3"/>
    <dgm:cxn modelId="{EDB44B2C-CE2D-4484-A126-13A6059F59F4}" type="presParOf" srcId="{09B26E96-3C67-4FBD-B29A-4C121F7BCCF0}" destId="{5D4E571A-31D9-48DC-B811-D97638832778}" srcOrd="2" destOrd="0" presId="urn:microsoft.com/office/officeart/2005/8/layout/hChevron3"/>
    <dgm:cxn modelId="{A76BF5E2-311B-4C29-AAE8-28EF431AB72C}" type="presParOf" srcId="{09B26E96-3C67-4FBD-B29A-4C121F7BCCF0}" destId="{FFB95CC4-9AA4-4FE4-902A-ECB65798ECA5}" srcOrd="3" destOrd="0" presId="urn:microsoft.com/office/officeart/2005/8/layout/hChevron3"/>
    <dgm:cxn modelId="{FDDF2138-B99C-4FA3-BF60-FB60262645DD}" type="presParOf" srcId="{09B26E96-3C67-4FBD-B29A-4C121F7BCCF0}" destId="{7B4EDA10-283B-4D2C-AE07-6856C2500E37}" srcOrd="4" destOrd="0" presId="urn:microsoft.com/office/officeart/2005/8/layout/hChevron3"/>
    <dgm:cxn modelId="{259D1BC8-08AB-443A-9AF7-B42EC879AAAA}" type="presParOf" srcId="{09B26E96-3C67-4FBD-B29A-4C121F7BCCF0}" destId="{06D4D012-8B6F-4CDF-9C60-E38C9CFBA58F}" srcOrd="5" destOrd="0" presId="urn:microsoft.com/office/officeart/2005/8/layout/hChevron3"/>
    <dgm:cxn modelId="{FE899A41-D082-44F7-8A67-AC86BA24A2A7}" type="presParOf" srcId="{09B26E96-3C67-4FBD-B29A-4C121F7BCCF0}" destId="{C6D383C7-BD7D-47CD-8134-F7BDD08963C0}" srcOrd="6" destOrd="0" presId="urn:microsoft.com/office/officeart/2005/8/layout/hChevron3"/>
    <dgm:cxn modelId="{CDD726F3-F96F-400E-97C1-EEE0EF020CE6}" type="presParOf" srcId="{09B26E96-3C67-4FBD-B29A-4C121F7BCCF0}" destId="{DB045F45-F5E4-4E9B-B8B8-1F7E1BF53E00}" srcOrd="7" destOrd="0" presId="urn:microsoft.com/office/officeart/2005/8/layout/hChevron3"/>
    <dgm:cxn modelId="{59AF5535-F200-4F77-B1B3-BEFA1F545477}" type="presParOf" srcId="{09B26E96-3C67-4FBD-B29A-4C121F7BCCF0}" destId="{8121185C-719C-4CAD-B4DE-040B9F9AE735}" srcOrd="8" destOrd="0" presId="urn:microsoft.com/office/officeart/2005/8/layout/hChevron3"/>
  </dgm:cxnLst>
  <dgm:bg/>
  <dgm:whole>
    <a:ln w="3175">
      <a:noFill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C348AF8-51D9-481A-8B70-9367988FE7B5}" type="doc">
      <dgm:prSet loTypeId="urn:microsoft.com/office/officeart/2005/8/layout/hChevron3" loCatId="process" qsTypeId="urn:microsoft.com/office/officeart/2005/8/quickstyle/simple1" qsCatId="simple" csTypeId="urn:microsoft.com/office/officeart/2005/8/colors/accent3_2" csCatId="accent3" phldr="1"/>
      <dgm:spPr/>
    </dgm:pt>
    <dgm:pt modelId="{D7D3EFFE-2FFE-4B74-8F2E-035FCBDCEF4B}">
      <dgm:prSet phldrT="[Texte]" custT="1"/>
      <dgm:spPr>
        <a:solidFill>
          <a:srgbClr val="265991"/>
        </a:solidFill>
      </dgm:spPr>
      <dgm:t>
        <a:bodyPr/>
        <a:lstStyle/>
        <a:p>
          <a:r>
            <a:rPr lang="fr-FR" sz="1400" b="1" cap="none" spc="50" dirty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Contexte</a:t>
          </a:r>
        </a:p>
      </dgm:t>
    </dgm:pt>
    <dgm:pt modelId="{162B2F44-05C6-4902-B9C8-95F6057846F6}" type="parTrans" cxnId="{3B325703-CCEF-49A7-B36C-834CA26073BF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171309EE-4FB4-4CCE-B321-EF23B0CD3A16}" type="sibTrans" cxnId="{3B325703-CCEF-49A7-B36C-834CA26073BF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E04E02D5-14CC-4DA6-AD1F-2A18A8BD726D}">
      <dgm:prSet phldrT="[Texte]" custT="1"/>
      <dgm:spPr>
        <a:solidFill>
          <a:srgbClr val="C00000"/>
        </a:solidFill>
      </dgm:spPr>
      <dgm:t>
        <a:bodyPr/>
        <a:lstStyle/>
        <a:p>
          <a:r>
            <a:rPr lang="fr-FR" sz="1400" b="1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Problématique</a:t>
          </a:r>
          <a:endParaRPr lang="fr-FR" sz="1400" b="1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F9E873E2-633D-4816-9B5E-62F3CAB120E5}" type="parTrans" cxnId="{038CB1CA-9F91-461E-93CC-5132EEFB37A8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6A0044C8-3E52-4009-8711-5D4154E9AB7C}" type="sibTrans" cxnId="{038CB1CA-9F91-461E-93CC-5132EEFB37A8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1A65B276-66D7-4543-B146-8B4C5254EE98}">
      <dgm:prSet custT="1"/>
      <dgm:spPr/>
      <dgm:t>
        <a:bodyPr/>
        <a:lstStyle/>
        <a:p>
          <a:r>
            <a:rPr lang="fr-FR" sz="1400" b="1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Conception</a:t>
          </a:r>
          <a:endParaRPr lang="fr-FR" sz="1400" b="1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480B6B42-3DA4-4BB2-B023-C925D0017DE3}" type="parTrans" cxnId="{39CF71EF-1E72-4B34-B37D-ADB51E91F2B3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49F5634D-F412-4AC9-AE6B-CEAF7F109A57}" type="sibTrans" cxnId="{39CF71EF-1E72-4B34-B37D-ADB51E91F2B3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1BEF75F8-84F2-41E0-A324-AC6221199725}">
      <dgm:prSet custT="1"/>
      <dgm:spPr/>
      <dgm:t>
        <a:bodyPr/>
        <a:lstStyle/>
        <a:p>
          <a:r>
            <a:rPr lang="fr-FR" sz="1400" b="1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Organisation</a:t>
          </a:r>
          <a:endParaRPr lang="fr-FR" sz="1400" b="1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47A63A2C-ABA9-4570-9999-B61DE9159206}" type="parTrans" cxnId="{5C33DAFA-063B-4BC0-B57E-7FAB07108AFD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A49280D6-D69E-454A-BF7C-DAC7B208CC27}" type="sibTrans" cxnId="{5C33DAFA-063B-4BC0-B57E-7FAB07108AFD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4178EB1B-9B29-4DCC-AA31-93704953D2AC}">
      <dgm:prSet custT="1"/>
      <dgm:spPr/>
      <dgm:t>
        <a:bodyPr/>
        <a:lstStyle/>
        <a:p>
          <a:r>
            <a:rPr lang="fr-FR" sz="1400" b="1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Bilan </a:t>
          </a:r>
          <a:endParaRPr lang="fr-FR" sz="800" b="1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01047A68-035F-4F40-9003-AA33C3384389}" type="parTrans" cxnId="{4D57CB47-247E-44D1-BF1A-10975D66E3FF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E116D141-AF93-46E2-93D3-D064EE1A5AE5}" type="sibTrans" cxnId="{4D57CB47-247E-44D1-BF1A-10975D66E3FF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09B26E96-3C67-4FBD-B29A-4C121F7BCCF0}" type="pres">
      <dgm:prSet presAssocID="{DC348AF8-51D9-481A-8B70-9367988FE7B5}" presName="Name0" presStyleCnt="0">
        <dgm:presLayoutVars>
          <dgm:dir/>
          <dgm:resizeHandles val="exact"/>
        </dgm:presLayoutVars>
      </dgm:prSet>
      <dgm:spPr/>
    </dgm:pt>
    <dgm:pt modelId="{7F8C3C3E-0442-4ECD-AF56-AA5115CBD453}" type="pres">
      <dgm:prSet presAssocID="{D7D3EFFE-2FFE-4B74-8F2E-035FCBDCEF4B}" presName="parTxOnly" presStyleLbl="node1" presStyleIdx="0" presStyleCnt="5" custScaleX="127706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072EB2B1-4609-4BA6-96C0-6B4F128F7643}" type="pres">
      <dgm:prSet presAssocID="{171309EE-4FB4-4CCE-B321-EF23B0CD3A16}" presName="parSpace" presStyleCnt="0"/>
      <dgm:spPr/>
    </dgm:pt>
    <dgm:pt modelId="{5D4E571A-31D9-48DC-B811-D97638832778}" type="pres">
      <dgm:prSet presAssocID="{E04E02D5-14CC-4DA6-AD1F-2A18A8BD726D}" presName="parTxOnly" presStyleLbl="node1" presStyleIdx="1" presStyleCnt="5" custScaleX="13892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FFB95CC4-9AA4-4FE4-902A-ECB65798ECA5}" type="pres">
      <dgm:prSet presAssocID="{6A0044C8-3E52-4009-8711-5D4154E9AB7C}" presName="parSpace" presStyleCnt="0"/>
      <dgm:spPr/>
    </dgm:pt>
    <dgm:pt modelId="{7B4EDA10-283B-4D2C-AE07-6856C2500E37}" type="pres">
      <dgm:prSet presAssocID="{1A65B276-66D7-4543-B146-8B4C5254EE98}" presName="parTxOnly" presStyleLbl="node1" presStyleIdx="2" presStyleCnt="5" custScaleX="145671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06D4D012-8B6F-4CDF-9C60-E38C9CFBA58F}" type="pres">
      <dgm:prSet presAssocID="{49F5634D-F412-4AC9-AE6B-CEAF7F109A57}" presName="parSpace" presStyleCnt="0"/>
      <dgm:spPr/>
    </dgm:pt>
    <dgm:pt modelId="{C6D383C7-BD7D-47CD-8134-F7BDD08963C0}" type="pres">
      <dgm:prSet presAssocID="{1BEF75F8-84F2-41E0-A324-AC6221199725}" presName="parTxOnly" presStyleLbl="node1" presStyleIdx="3" presStyleCnt="5" custScaleX="12704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B045F45-F5E4-4E9B-B8B8-1F7E1BF53E00}" type="pres">
      <dgm:prSet presAssocID="{A49280D6-D69E-454A-BF7C-DAC7B208CC27}" presName="parSpace" presStyleCnt="0"/>
      <dgm:spPr/>
    </dgm:pt>
    <dgm:pt modelId="{8121185C-719C-4CAD-B4DE-040B9F9AE735}" type="pres">
      <dgm:prSet presAssocID="{4178EB1B-9B29-4DCC-AA31-93704953D2AC}" presName="parTxOnly" presStyleLbl="node1" presStyleIdx="4" presStyleCnt="5" custScaleX="109833" custLinFactNeighborX="-5988" custLinFactNeighborY="998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707A2000-BFA8-4309-ADDA-E0B3D36CA874}" type="presOf" srcId="{1A65B276-66D7-4543-B146-8B4C5254EE98}" destId="{7B4EDA10-283B-4D2C-AE07-6856C2500E37}" srcOrd="0" destOrd="0" presId="urn:microsoft.com/office/officeart/2005/8/layout/hChevron3"/>
    <dgm:cxn modelId="{20D6BD7F-6CFE-4584-A84B-B50886359E37}" type="presOf" srcId="{4178EB1B-9B29-4DCC-AA31-93704953D2AC}" destId="{8121185C-719C-4CAD-B4DE-040B9F9AE735}" srcOrd="0" destOrd="0" presId="urn:microsoft.com/office/officeart/2005/8/layout/hChevron3"/>
    <dgm:cxn modelId="{2D10028A-D462-4C34-A2DD-94558B2BE34C}" type="presOf" srcId="{1BEF75F8-84F2-41E0-A324-AC6221199725}" destId="{C6D383C7-BD7D-47CD-8134-F7BDD08963C0}" srcOrd="0" destOrd="0" presId="urn:microsoft.com/office/officeart/2005/8/layout/hChevron3"/>
    <dgm:cxn modelId="{5C33DAFA-063B-4BC0-B57E-7FAB07108AFD}" srcId="{DC348AF8-51D9-481A-8B70-9367988FE7B5}" destId="{1BEF75F8-84F2-41E0-A324-AC6221199725}" srcOrd="3" destOrd="0" parTransId="{47A63A2C-ABA9-4570-9999-B61DE9159206}" sibTransId="{A49280D6-D69E-454A-BF7C-DAC7B208CC27}"/>
    <dgm:cxn modelId="{3B325703-CCEF-49A7-B36C-834CA26073BF}" srcId="{DC348AF8-51D9-481A-8B70-9367988FE7B5}" destId="{D7D3EFFE-2FFE-4B74-8F2E-035FCBDCEF4B}" srcOrd="0" destOrd="0" parTransId="{162B2F44-05C6-4902-B9C8-95F6057846F6}" sibTransId="{171309EE-4FB4-4CCE-B321-EF23B0CD3A16}"/>
    <dgm:cxn modelId="{55EEB9D7-B81F-434F-AF71-5B76D0DBC92E}" type="presOf" srcId="{DC348AF8-51D9-481A-8B70-9367988FE7B5}" destId="{09B26E96-3C67-4FBD-B29A-4C121F7BCCF0}" srcOrd="0" destOrd="0" presId="urn:microsoft.com/office/officeart/2005/8/layout/hChevron3"/>
    <dgm:cxn modelId="{D6EB5D86-D7C1-4BF7-820C-E404FC7150C7}" type="presOf" srcId="{D7D3EFFE-2FFE-4B74-8F2E-035FCBDCEF4B}" destId="{7F8C3C3E-0442-4ECD-AF56-AA5115CBD453}" srcOrd="0" destOrd="0" presId="urn:microsoft.com/office/officeart/2005/8/layout/hChevron3"/>
    <dgm:cxn modelId="{A87785E2-13FD-4D72-843C-8B4A07A43917}" type="presOf" srcId="{E04E02D5-14CC-4DA6-AD1F-2A18A8BD726D}" destId="{5D4E571A-31D9-48DC-B811-D97638832778}" srcOrd="0" destOrd="0" presId="urn:microsoft.com/office/officeart/2005/8/layout/hChevron3"/>
    <dgm:cxn modelId="{038CB1CA-9F91-461E-93CC-5132EEFB37A8}" srcId="{DC348AF8-51D9-481A-8B70-9367988FE7B5}" destId="{E04E02D5-14CC-4DA6-AD1F-2A18A8BD726D}" srcOrd="1" destOrd="0" parTransId="{F9E873E2-633D-4816-9B5E-62F3CAB120E5}" sibTransId="{6A0044C8-3E52-4009-8711-5D4154E9AB7C}"/>
    <dgm:cxn modelId="{39CF71EF-1E72-4B34-B37D-ADB51E91F2B3}" srcId="{DC348AF8-51D9-481A-8B70-9367988FE7B5}" destId="{1A65B276-66D7-4543-B146-8B4C5254EE98}" srcOrd="2" destOrd="0" parTransId="{480B6B42-3DA4-4BB2-B023-C925D0017DE3}" sibTransId="{49F5634D-F412-4AC9-AE6B-CEAF7F109A57}"/>
    <dgm:cxn modelId="{4D57CB47-247E-44D1-BF1A-10975D66E3FF}" srcId="{DC348AF8-51D9-481A-8B70-9367988FE7B5}" destId="{4178EB1B-9B29-4DCC-AA31-93704953D2AC}" srcOrd="4" destOrd="0" parTransId="{01047A68-035F-4F40-9003-AA33C3384389}" sibTransId="{E116D141-AF93-46E2-93D3-D064EE1A5AE5}"/>
    <dgm:cxn modelId="{448EC21E-2337-42D0-ADE7-25199B99542F}" type="presParOf" srcId="{09B26E96-3C67-4FBD-B29A-4C121F7BCCF0}" destId="{7F8C3C3E-0442-4ECD-AF56-AA5115CBD453}" srcOrd="0" destOrd="0" presId="urn:microsoft.com/office/officeart/2005/8/layout/hChevron3"/>
    <dgm:cxn modelId="{B19D8627-9B2A-4958-AC9C-69535F8DFC9F}" type="presParOf" srcId="{09B26E96-3C67-4FBD-B29A-4C121F7BCCF0}" destId="{072EB2B1-4609-4BA6-96C0-6B4F128F7643}" srcOrd="1" destOrd="0" presId="urn:microsoft.com/office/officeart/2005/8/layout/hChevron3"/>
    <dgm:cxn modelId="{EDB44B2C-CE2D-4484-A126-13A6059F59F4}" type="presParOf" srcId="{09B26E96-3C67-4FBD-B29A-4C121F7BCCF0}" destId="{5D4E571A-31D9-48DC-B811-D97638832778}" srcOrd="2" destOrd="0" presId="urn:microsoft.com/office/officeart/2005/8/layout/hChevron3"/>
    <dgm:cxn modelId="{A76BF5E2-311B-4C29-AAE8-28EF431AB72C}" type="presParOf" srcId="{09B26E96-3C67-4FBD-B29A-4C121F7BCCF0}" destId="{FFB95CC4-9AA4-4FE4-902A-ECB65798ECA5}" srcOrd="3" destOrd="0" presId="urn:microsoft.com/office/officeart/2005/8/layout/hChevron3"/>
    <dgm:cxn modelId="{FDDF2138-B99C-4FA3-BF60-FB60262645DD}" type="presParOf" srcId="{09B26E96-3C67-4FBD-B29A-4C121F7BCCF0}" destId="{7B4EDA10-283B-4D2C-AE07-6856C2500E37}" srcOrd="4" destOrd="0" presId="urn:microsoft.com/office/officeart/2005/8/layout/hChevron3"/>
    <dgm:cxn modelId="{259D1BC8-08AB-443A-9AF7-B42EC879AAAA}" type="presParOf" srcId="{09B26E96-3C67-4FBD-B29A-4C121F7BCCF0}" destId="{06D4D012-8B6F-4CDF-9C60-E38C9CFBA58F}" srcOrd="5" destOrd="0" presId="urn:microsoft.com/office/officeart/2005/8/layout/hChevron3"/>
    <dgm:cxn modelId="{FE899A41-D082-44F7-8A67-AC86BA24A2A7}" type="presParOf" srcId="{09B26E96-3C67-4FBD-B29A-4C121F7BCCF0}" destId="{C6D383C7-BD7D-47CD-8134-F7BDD08963C0}" srcOrd="6" destOrd="0" presId="urn:microsoft.com/office/officeart/2005/8/layout/hChevron3"/>
    <dgm:cxn modelId="{CDD726F3-F96F-400E-97C1-EEE0EF020CE6}" type="presParOf" srcId="{09B26E96-3C67-4FBD-B29A-4C121F7BCCF0}" destId="{DB045F45-F5E4-4E9B-B8B8-1F7E1BF53E00}" srcOrd="7" destOrd="0" presId="urn:microsoft.com/office/officeart/2005/8/layout/hChevron3"/>
    <dgm:cxn modelId="{59AF5535-F200-4F77-B1B3-BEFA1F545477}" type="presParOf" srcId="{09B26E96-3C67-4FBD-B29A-4C121F7BCCF0}" destId="{8121185C-719C-4CAD-B4DE-040B9F9AE735}" srcOrd="8" destOrd="0" presId="urn:microsoft.com/office/officeart/2005/8/layout/hChevron3"/>
  </dgm:cxnLst>
  <dgm:bg/>
  <dgm:whole>
    <a:ln w="3175">
      <a:noFill/>
    </a:ln>
  </dgm:whole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C348AF8-51D9-481A-8B70-9367988FE7B5}" type="doc">
      <dgm:prSet loTypeId="urn:microsoft.com/office/officeart/2005/8/layout/hChevron3" loCatId="process" qsTypeId="urn:microsoft.com/office/officeart/2005/8/quickstyle/simple1" qsCatId="simple" csTypeId="urn:microsoft.com/office/officeart/2005/8/colors/accent3_2" csCatId="accent3" phldr="1"/>
      <dgm:spPr/>
    </dgm:pt>
    <dgm:pt modelId="{D7D3EFFE-2FFE-4B74-8F2E-035FCBDCEF4B}">
      <dgm:prSet phldrT="[Texte]" custT="1"/>
      <dgm:spPr>
        <a:solidFill>
          <a:srgbClr val="265991"/>
        </a:solidFill>
      </dgm:spPr>
      <dgm:t>
        <a:bodyPr/>
        <a:lstStyle/>
        <a:p>
          <a:r>
            <a:rPr lang="fr-FR" sz="1400" b="1" cap="none" spc="50" dirty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Contexte</a:t>
          </a:r>
        </a:p>
      </dgm:t>
    </dgm:pt>
    <dgm:pt modelId="{162B2F44-05C6-4902-B9C8-95F6057846F6}" type="parTrans" cxnId="{3B325703-CCEF-49A7-B36C-834CA26073BF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171309EE-4FB4-4CCE-B321-EF23B0CD3A16}" type="sibTrans" cxnId="{3B325703-CCEF-49A7-B36C-834CA26073BF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E04E02D5-14CC-4DA6-AD1F-2A18A8BD726D}">
      <dgm:prSet phldrT="[Texte]" custT="1"/>
      <dgm:spPr>
        <a:solidFill>
          <a:srgbClr val="C00000"/>
        </a:solidFill>
      </dgm:spPr>
      <dgm:t>
        <a:bodyPr/>
        <a:lstStyle/>
        <a:p>
          <a:r>
            <a:rPr lang="fr-FR" sz="1400" b="1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Problématique</a:t>
          </a:r>
          <a:endParaRPr lang="fr-FR" sz="1400" b="1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F9E873E2-633D-4816-9B5E-62F3CAB120E5}" type="parTrans" cxnId="{038CB1CA-9F91-461E-93CC-5132EEFB37A8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6A0044C8-3E52-4009-8711-5D4154E9AB7C}" type="sibTrans" cxnId="{038CB1CA-9F91-461E-93CC-5132EEFB37A8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1A65B276-66D7-4543-B146-8B4C5254EE98}">
      <dgm:prSet custT="1"/>
      <dgm:spPr/>
      <dgm:t>
        <a:bodyPr/>
        <a:lstStyle/>
        <a:p>
          <a:r>
            <a:rPr lang="fr-FR" sz="1400" b="1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Conception</a:t>
          </a:r>
          <a:endParaRPr lang="fr-FR" sz="1400" b="1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480B6B42-3DA4-4BB2-B023-C925D0017DE3}" type="parTrans" cxnId="{39CF71EF-1E72-4B34-B37D-ADB51E91F2B3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49F5634D-F412-4AC9-AE6B-CEAF7F109A57}" type="sibTrans" cxnId="{39CF71EF-1E72-4B34-B37D-ADB51E91F2B3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1BEF75F8-84F2-41E0-A324-AC6221199725}">
      <dgm:prSet custT="1"/>
      <dgm:spPr/>
      <dgm:t>
        <a:bodyPr/>
        <a:lstStyle/>
        <a:p>
          <a:r>
            <a:rPr lang="fr-FR" sz="1400" b="1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Organisation</a:t>
          </a:r>
          <a:endParaRPr lang="fr-FR" sz="1400" b="1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47A63A2C-ABA9-4570-9999-B61DE9159206}" type="parTrans" cxnId="{5C33DAFA-063B-4BC0-B57E-7FAB07108AFD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A49280D6-D69E-454A-BF7C-DAC7B208CC27}" type="sibTrans" cxnId="{5C33DAFA-063B-4BC0-B57E-7FAB07108AFD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4178EB1B-9B29-4DCC-AA31-93704953D2AC}">
      <dgm:prSet custT="1"/>
      <dgm:spPr/>
      <dgm:t>
        <a:bodyPr/>
        <a:lstStyle/>
        <a:p>
          <a:r>
            <a:rPr lang="fr-FR" sz="1400" b="1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Bilan </a:t>
          </a:r>
          <a:endParaRPr lang="fr-FR" sz="800" b="1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01047A68-035F-4F40-9003-AA33C3384389}" type="parTrans" cxnId="{4D57CB47-247E-44D1-BF1A-10975D66E3FF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E116D141-AF93-46E2-93D3-D064EE1A5AE5}" type="sibTrans" cxnId="{4D57CB47-247E-44D1-BF1A-10975D66E3FF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09B26E96-3C67-4FBD-B29A-4C121F7BCCF0}" type="pres">
      <dgm:prSet presAssocID="{DC348AF8-51D9-481A-8B70-9367988FE7B5}" presName="Name0" presStyleCnt="0">
        <dgm:presLayoutVars>
          <dgm:dir/>
          <dgm:resizeHandles val="exact"/>
        </dgm:presLayoutVars>
      </dgm:prSet>
      <dgm:spPr/>
    </dgm:pt>
    <dgm:pt modelId="{7F8C3C3E-0442-4ECD-AF56-AA5115CBD453}" type="pres">
      <dgm:prSet presAssocID="{D7D3EFFE-2FFE-4B74-8F2E-035FCBDCEF4B}" presName="parTxOnly" presStyleLbl="node1" presStyleIdx="0" presStyleCnt="5" custScaleX="127706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072EB2B1-4609-4BA6-96C0-6B4F128F7643}" type="pres">
      <dgm:prSet presAssocID="{171309EE-4FB4-4CCE-B321-EF23B0CD3A16}" presName="parSpace" presStyleCnt="0"/>
      <dgm:spPr/>
    </dgm:pt>
    <dgm:pt modelId="{5D4E571A-31D9-48DC-B811-D97638832778}" type="pres">
      <dgm:prSet presAssocID="{E04E02D5-14CC-4DA6-AD1F-2A18A8BD726D}" presName="parTxOnly" presStyleLbl="node1" presStyleIdx="1" presStyleCnt="5" custScaleX="13892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FFB95CC4-9AA4-4FE4-902A-ECB65798ECA5}" type="pres">
      <dgm:prSet presAssocID="{6A0044C8-3E52-4009-8711-5D4154E9AB7C}" presName="parSpace" presStyleCnt="0"/>
      <dgm:spPr/>
    </dgm:pt>
    <dgm:pt modelId="{7B4EDA10-283B-4D2C-AE07-6856C2500E37}" type="pres">
      <dgm:prSet presAssocID="{1A65B276-66D7-4543-B146-8B4C5254EE98}" presName="parTxOnly" presStyleLbl="node1" presStyleIdx="2" presStyleCnt="5" custScaleX="145671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06D4D012-8B6F-4CDF-9C60-E38C9CFBA58F}" type="pres">
      <dgm:prSet presAssocID="{49F5634D-F412-4AC9-AE6B-CEAF7F109A57}" presName="parSpace" presStyleCnt="0"/>
      <dgm:spPr/>
    </dgm:pt>
    <dgm:pt modelId="{C6D383C7-BD7D-47CD-8134-F7BDD08963C0}" type="pres">
      <dgm:prSet presAssocID="{1BEF75F8-84F2-41E0-A324-AC6221199725}" presName="parTxOnly" presStyleLbl="node1" presStyleIdx="3" presStyleCnt="5" custScaleX="12704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B045F45-F5E4-4E9B-B8B8-1F7E1BF53E00}" type="pres">
      <dgm:prSet presAssocID="{A49280D6-D69E-454A-BF7C-DAC7B208CC27}" presName="parSpace" presStyleCnt="0"/>
      <dgm:spPr/>
    </dgm:pt>
    <dgm:pt modelId="{8121185C-719C-4CAD-B4DE-040B9F9AE735}" type="pres">
      <dgm:prSet presAssocID="{4178EB1B-9B29-4DCC-AA31-93704953D2AC}" presName="parTxOnly" presStyleLbl="node1" presStyleIdx="4" presStyleCnt="5" custScaleX="109833" custLinFactNeighborX="-5988" custLinFactNeighborY="998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707A2000-BFA8-4309-ADDA-E0B3D36CA874}" type="presOf" srcId="{1A65B276-66D7-4543-B146-8B4C5254EE98}" destId="{7B4EDA10-283B-4D2C-AE07-6856C2500E37}" srcOrd="0" destOrd="0" presId="urn:microsoft.com/office/officeart/2005/8/layout/hChevron3"/>
    <dgm:cxn modelId="{20D6BD7F-6CFE-4584-A84B-B50886359E37}" type="presOf" srcId="{4178EB1B-9B29-4DCC-AA31-93704953D2AC}" destId="{8121185C-719C-4CAD-B4DE-040B9F9AE735}" srcOrd="0" destOrd="0" presId="urn:microsoft.com/office/officeart/2005/8/layout/hChevron3"/>
    <dgm:cxn modelId="{2D10028A-D462-4C34-A2DD-94558B2BE34C}" type="presOf" srcId="{1BEF75F8-84F2-41E0-A324-AC6221199725}" destId="{C6D383C7-BD7D-47CD-8134-F7BDD08963C0}" srcOrd="0" destOrd="0" presId="urn:microsoft.com/office/officeart/2005/8/layout/hChevron3"/>
    <dgm:cxn modelId="{5C33DAFA-063B-4BC0-B57E-7FAB07108AFD}" srcId="{DC348AF8-51D9-481A-8B70-9367988FE7B5}" destId="{1BEF75F8-84F2-41E0-A324-AC6221199725}" srcOrd="3" destOrd="0" parTransId="{47A63A2C-ABA9-4570-9999-B61DE9159206}" sibTransId="{A49280D6-D69E-454A-BF7C-DAC7B208CC27}"/>
    <dgm:cxn modelId="{3B325703-CCEF-49A7-B36C-834CA26073BF}" srcId="{DC348AF8-51D9-481A-8B70-9367988FE7B5}" destId="{D7D3EFFE-2FFE-4B74-8F2E-035FCBDCEF4B}" srcOrd="0" destOrd="0" parTransId="{162B2F44-05C6-4902-B9C8-95F6057846F6}" sibTransId="{171309EE-4FB4-4CCE-B321-EF23B0CD3A16}"/>
    <dgm:cxn modelId="{55EEB9D7-B81F-434F-AF71-5B76D0DBC92E}" type="presOf" srcId="{DC348AF8-51D9-481A-8B70-9367988FE7B5}" destId="{09B26E96-3C67-4FBD-B29A-4C121F7BCCF0}" srcOrd="0" destOrd="0" presId="urn:microsoft.com/office/officeart/2005/8/layout/hChevron3"/>
    <dgm:cxn modelId="{D6EB5D86-D7C1-4BF7-820C-E404FC7150C7}" type="presOf" srcId="{D7D3EFFE-2FFE-4B74-8F2E-035FCBDCEF4B}" destId="{7F8C3C3E-0442-4ECD-AF56-AA5115CBD453}" srcOrd="0" destOrd="0" presId="urn:microsoft.com/office/officeart/2005/8/layout/hChevron3"/>
    <dgm:cxn modelId="{A87785E2-13FD-4D72-843C-8B4A07A43917}" type="presOf" srcId="{E04E02D5-14CC-4DA6-AD1F-2A18A8BD726D}" destId="{5D4E571A-31D9-48DC-B811-D97638832778}" srcOrd="0" destOrd="0" presId="urn:microsoft.com/office/officeart/2005/8/layout/hChevron3"/>
    <dgm:cxn modelId="{038CB1CA-9F91-461E-93CC-5132EEFB37A8}" srcId="{DC348AF8-51D9-481A-8B70-9367988FE7B5}" destId="{E04E02D5-14CC-4DA6-AD1F-2A18A8BD726D}" srcOrd="1" destOrd="0" parTransId="{F9E873E2-633D-4816-9B5E-62F3CAB120E5}" sibTransId="{6A0044C8-3E52-4009-8711-5D4154E9AB7C}"/>
    <dgm:cxn modelId="{39CF71EF-1E72-4B34-B37D-ADB51E91F2B3}" srcId="{DC348AF8-51D9-481A-8B70-9367988FE7B5}" destId="{1A65B276-66D7-4543-B146-8B4C5254EE98}" srcOrd="2" destOrd="0" parTransId="{480B6B42-3DA4-4BB2-B023-C925D0017DE3}" sibTransId="{49F5634D-F412-4AC9-AE6B-CEAF7F109A57}"/>
    <dgm:cxn modelId="{4D57CB47-247E-44D1-BF1A-10975D66E3FF}" srcId="{DC348AF8-51D9-481A-8B70-9367988FE7B5}" destId="{4178EB1B-9B29-4DCC-AA31-93704953D2AC}" srcOrd="4" destOrd="0" parTransId="{01047A68-035F-4F40-9003-AA33C3384389}" sibTransId="{E116D141-AF93-46E2-93D3-D064EE1A5AE5}"/>
    <dgm:cxn modelId="{448EC21E-2337-42D0-ADE7-25199B99542F}" type="presParOf" srcId="{09B26E96-3C67-4FBD-B29A-4C121F7BCCF0}" destId="{7F8C3C3E-0442-4ECD-AF56-AA5115CBD453}" srcOrd="0" destOrd="0" presId="urn:microsoft.com/office/officeart/2005/8/layout/hChevron3"/>
    <dgm:cxn modelId="{B19D8627-9B2A-4958-AC9C-69535F8DFC9F}" type="presParOf" srcId="{09B26E96-3C67-4FBD-B29A-4C121F7BCCF0}" destId="{072EB2B1-4609-4BA6-96C0-6B4F128F7643}" srcOrd="1" destOrd="0" presId="urn:microsoft.com/office/officeart/2005/8/layout/hChevron3"/>
    <dgm:cxn modelId="{EDB44B2C-CE2D-4484-A126-13A6059F59F4}" type="presParOf" srcId="{09B26E96-3C67-4FBD-B29A-4C121F7BCCF0}" destId="{5D4E571A-31D9-48DC-B811-D97638832778}" srcOrd="2" destOrd="0" presId="urn:microsoft.com/office/officeart/2005/8/layout/hChevron3"/>
    <dgm:cxn modelId="{A76BF5E2-311B-4C29-AAE8-28EF431AB72C}" type="presParOf" srcId="{09B26E96-3C67-4FBD-B29A-4C121F7BCCF0}" destId="{FFB95CC4-9AA4-4FE4-902A-ECB65798ECA5}" srcOrd="3" destOrd="0" presId="urn:microsoft.com/office/officeart/2005/8/layout/hChevron3"/>
    <dgm:cxn modelId="{FDDF2138-B99C-4FA3-BF60-FB60262645DD}" type="presParOf" srcId="{09B26E96-3C67-4FBD-B29A-4C121F7BCCF0}" destId="{7B4EDA10-283B-4D2C-AE07-6856C2500E37}" srcOrd="4" destOrd="0" presId="urn:microsoft.com/office/officeart/2005/8/layout/hChevron3"/>
    <dgm:cxn modelId="{259D1BC8-08AB-443A-9AF7-B42EC879AAAA}" type="presParOf" srcId="{09B26E96-3C67-4FBD-B29A-4C121F7BCCF0}" destId="{06D4D012-8B6F-4CDF-9C60-E38C9CFBA58F}" srcOrd="5" destOrd="0" presId="urn:microsoft.com/office/officeart/2005/8/layout/hChevron3"/>
    <dgm:cxn modelId="{FE899A41-D082-44F7-8A67-AC86BA24A2A7}" type="presParOf" srcId="{09B26E96-3C67-4FBD-B29A-4C121F7BCCF0}" destId="{C6D383C7-BD7D-47CD-8134-F7BDD08963C0}" srcOrd="6" destOrd="0" presId="urn:microsoft.com/office/officeart/2005/8/layout/hChevron3"/>
    <dgm:cxn modelId="{CDD726F3-F96F-400E-97C1-EEE0EF020CE6}" type="presParOf" srcId="{09B26E96-3C67-4FBD-B29A-4C121F7BCCF0}" destId="{DB045F45-F5E4-4E9B-B8B8-1F7E1BF53E00}" srcOrd="7" destOrd="0" presId="urn:microsoft.com/office/officeart/2005/8/layout/hChevron3"/>
    <dgm:cxn modelId="{59AF5535-F200-4F77-B1B3-BEFA1F545477}" type="presParOf" srcId="{09B26E96-3C67-4FBD-B29A-4C121F7BCCF0}" destId="{8121185C-719C-4CAD-B4DE-040B9F9AE735}" srcOrd="8" destOrd="0" presId="urn:microsoft.com/office/officeart/2005/8/layout/hChevron3"/>
  </dgm:cxnLst>
  <dgm:bg/>
  <dgm:whole>
    <a:ln w="3175">
      <a:noFill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C348AF8-51D9-481A-8B70-9367988FE7B5}" type="doc">
      <dgm:prSet loTypeId="urn:microsoft.com/office/officeart/2005/8/layout/hChevron3" loCatId="process" qsTypeId="urn:microsoft.com/office/officeart/2005/8/quickstyle/simple1" qsCatId="simple" csTypeId="urn:microsoft.com/office/officeart/2005/8/colors/accent3_2" csCatId="accent3" phldr="1"/>
      <dgm:spPr/>
    </dgm:pt>
    <dgm:pt modelId="{D7D3EFFE-2FFE-4B74-8F2E-035FCBDCEF4B}">
      <dgm:prSet phldrT="[Texte]" custT="1"/>
      <dgm:spPr>
        <a:solidFill>
          <a:srgbClr val="265991"/>
        </a:solidFill>
      </dgm:spPr>
      <dgm:t>
        <a:bodyPr/>
        <a:lstStyle/>
        <a:p>
          <a:r>
            <a:rPr lang="fr-FR" sz="1400" b="1" cap="none" spc="50" dirty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Contexte</a:t>
          </a:r>
        </a:p>
      </dgm:t>
    </dgm:pt>
    <dgm:pt modelId="{162B2F44-05C6-4902-B9C8-95F6057846F6}" type="parTrans" cxnId="{3B325703-CCEF-49A7-B36C-834CA26073BF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171309EE-4FB4-4CCE-B321-EF23B0CD3A16}" type="sibTrans" cxnId="{3B325703-CCEF-49A7-B36C-834CA26073BF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E04E02D5-14CC-4DA6-AD1F-2A18A8BD726D}">
      <dgm:prSet phldrT="[Texte]" custT="1"/>
      <dgm:spPr>
        <a:solidFill>
          <a:srgbClr val="265991"/>
        </a:solidFill>
      </dgm:spPr>
      <dgm:t>
        <a:bodyPr/>
        <a:lstStyle/>
        <a:p>
          <a:r>
            <a:rPr lang="fr-FR" sz="1400" b="1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Problématique</a:t>
          </a:r>
          <a:endParaRPr lang="fr-FR" sz="1400" b="1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F9E873E2-633D-4816-9B5E-62F3CAB120E5}" type="parTrans" cxnId="{038CB1CA-9F91-461E-93CC-5132EEFB37A8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6A0044C8-3E52-4009-8711-5D4154E9AB7C}" type="sibTrans" cxnId="{038CB1CA-9F91-461E-93CC-5132EEFB37A8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1A65B276-66D7-4543-B146-8B4C5254EE98}">
      <dgm:prSet custT="1"/>
      <dgm:spPr>
        <a:solidFill>
          <a:srgbClr val="C00000"/>
        </a:solidFill>
      </dgm:spPr>
      <dgm:t>
        <a:bodyPr/>
        <a:lstStyle/>
        <a:p>
          <a:r>
            <a:rPr lang="fr-FR" sz="1400" b="1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Conception</a:t>
          </a:r>
          <a:endParaRPr lang="fr-FR" sz="1400" b="1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480B6B42-3DA4-4BB2-B023-C925D0017DE3}" type="parTrans" cxnId="{39CF71EF-1E72-4B34-B37D-ADB51E91F2B3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49F5634D-F412-4AC9-AE6B-CEAF7F109A57}" type="sibTrans" cxnId="{39CF71EF-1E72-4B34-B37D-ADB51E91F2B3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1BEF75F8-84F2-41E0-A324-AC6221199725}">
      <dgm:prSet custT="1"/>
      <dgm:spPr/>
      <dgm:t>
        <a:bodyPr/>
        <a:lstStyle/>
        <a:p>
          <a:r>
            <a:rPr lang="fr-FR" sz="1400" b="1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Organisation</a:t>
          </a:r>
          <a:endParaRPr lang="fr-FR" sz="1400" b="1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47A63A2C-ABA9-4570-9999-B61DE9159206}" type="parTrans" cxnId="{5C33DAFA-063B-4BC0-B57E-7FAB07108AFD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A49280D6-D69E-454A-BF7C-DAC7B208CC27}" type="sibTrans" cxnId="{5C33DAFA-063B-4BC0-B57E-7FAB07108AFD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4178EB1B-9B29-4DCC-AA31-93704953D2AC}">
      <dgm:prSet custT="1"/>
      <dgm:spPr/>
      <dgm:t>
        <a:bodyPr/>
        <a:lstStyle/>
        <a:p>
          <a:r>
            <a:rPr lang="fr-FR" sz="1400" b="1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Bilan </a:t>
          </a:r>
          <a:endParaRPr lang="fr-FR" sz="800" b="1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01047A68-035F-4F40-9003-AA33C3384389}" type="parTrans" cxnId="{4D57CB47-247E-44D1-BF1A-10975D66E3FF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E116D141-AF93-46E2-93D3-D064EE1A5AE5}" type="sibTrans" cxnId="{4D57CB47-247E-44D1-BF1A-10975D66E3FF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09B26E96-3C67-4FBD-B29A-4C121F7BCCF0}" type="pres">
      <dgm:prSet presAssocID="{DC348AF8-51D9-481A-8B70-9367988FE7B5}" presName="Name0" presStyleCnt="0">
        <dgm:presLayoutVars>
          <dgm:dir/>
          <dgm:resizeHandles val="exact"/>
        </dgm:presLayoutVars>
      </dgm:prSet>
      <dgm:spPr/>
    </dgm:pt>
    <dgm:pt modelId="{7F8C3C3E-0442-4ECD-AF56-AA5115CBD453}" type="pres">
      <dgm:prSet presAssocID="{D7D3EFFE-2FFE-4B74-8F2E-035FCBDCEF4B}" presName="parTxOnly" presStyleLbl="node1" presStyleIdx="0" presStyleCnt="5" custScaleX="127706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072EB2B1-4609-4BA6-96C0-6B4F128F7643}" type="pres">
      <dgm:prSet presAssocID="{171309EE-4FB4-4CCE-B321-EF23B0CD3A16}" presName="parSpace" presStyleCnt="0"/>
      <dgm:spPr/>
    </dgm:pt>
    <dgm:pt modelId="{5D4E571A-31D9-48DC-B811-D97638832778}" type="pres">
      <dgm:prSet presAssocID="{E04E02D5-14CC-4DA6-AD1F-2A18A8BD726D}" presName="parTxOnly" presStyleLbl="node1" presStyleIdx="1" presStyleCnt="5" custScaleX="13892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FFB95CC4-9AA4-4FE4-902A-ECB65798ECA5}" type="pres">
      <dgm:prSet presAssocID="{6A0044C8-3E52-4009-8711-5D4154E9AB7C}" presName="parSpace" presStyleCnt="0"/>
      <dgm:spPr/>
    </dgm:pt>
    <dgm:pt modelId="{7B4EDA10-283B-4D2C-AE07-6856C2500E37}" type="pres">
      <dgm:prSet presAssocID="{1A65B276-66D7-4543-B146-8B4C5254EE98}" presName="parTxOnly" presStyleLbl="node1" presStyleIdx="2" presStyleCnt="5" custScaleX="145671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06D4D012-8B6F-4CDF-9C60-E38C9CFBA58F}" type="pres">
      <dgm:prSet presAssocID="{49F5634D-F412-4AC9-AE6B-CEAF7F109A57}" presName="parSpace" presStyleCnt="0"/>
      <dgm:spPr/>
    </dgm:pt>
    <dgm:pt modelId="{C6D383C7-BD7D-47CD-8134-F7BDD08963C0}" type="pres">
      <dgm:prSet presAssocID="{1BEF75F8-84F2-41E0-A324-AC6221199725}" presName="parTxOnly" presStyleLbl="node1" presStyleIdx="3" presStyleCnt="5" custScaleX="12704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B045F45-F5E4-4E9B-B8B8-1F7E1BF53E00}" type="pres">
      <dgm:prSet presAssocID="{A49280D6-D69E-454A-BF7C-DAC7B208CC27}" presName="parSpace" presStyleCnt="0"/>
      <dgm:spPr/>
    </dgm:pt>
    <dgm:pt modelId="{8121185C-719C-4CAD-B4DE-040B9F9AE735}" type="pres">
      <dgm:prSet presAssocID="{4178EB1B-9B29-4DCC-AA31-93704953D2AC}" presName="parTxOnly" presStyleLbl="node1" presStyleIdx="4" presStyleCnt="5" custScaleX="109833" custLinFactNeighborX="-5988" custLinFactNeighborY="998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707A2000-BFA8-4309-ADDA-E0B3D36CA874}" type="presOf" srcId="{1A65B276-66D7-4543-B146-8B4C5254EE98}" destId="{7B4EDA10-283B-4D2C-AE07-6856C2500E37}" srcOrd="0" destOrd="0" presId="urn:microsoft.com/office/officeart/2005/8/layout/hChevron3"/>
    <dgm:cxn modelId="{20D6BD7F-6CFE-4584-A84B-B50886359E37}" type="presOf" srcId="{4178EB1B-9B29-4DCC-AA31-93704953D2AC}" destId="{8121185C-719C-4CAD-B4DE-040B9F9AE735}" srcOrd="0" destOrd="0" presId="urn:microsoft.com/office/officeart/2005/8/layout/hChevron3"/>
    <dgm:cxn modelId="{2D10028A-D462-4C34-A2DD-94558B2BE34C}" type="presOf" srcId="{1BEF75F8-84F2-41E0-A324-AC6221199725}" destId="{C6D383C7-BD7D-47CD-8134-F7BDD08963C0}" srcOrd="0" destOrd="0" presId="urn:microsoft.com/office/officeart/2005/8/layout/hChevron3"/>
    <dgm:cxn modelId="{5C33DAFA-063B-4BC0-B57E-7FAB07108AFD}" srcId="{DC348AF8-51D9-481A-8B70-9367988FE7B5}" destId="{1BEF75F8-84F2-41E0-A324-AC6221199725}" srcOrd="3" destOrd="0" parTransId="{47A63A2C-ABA9-4570-9999-B61DE9159206}" sibTransId="{A49280D6-D69E-454A-BF7C-DAC7B208CC27}"/>
    <dgm:cxn modelId="{3B325703-CCEF-49A7-B36C-834CA26073BF}" srcId="{DC348AF8-51D9-481A-8B70-9367988FE7B5}" destId="{D7D3EFFE-2FFE-4B74-8F2E-035FCBDCEF4B}" srcOrd="0" destOrd="0" parTransId="{162B2F44-05C6-4902-B9C8-95F6057846F6}" sibTransId="{171309EE-4FB4-4CCE-B321-EF23B0CD3A16}"/>
    <dgm:cxn modelId="{55EEB9D7-B81F-434F-AF71-5B76D0DBC92E}" type="presOf" srcId="{DC348AF8-51D9-481A-8B70-9367988FE7B5}" destId="{09B26E96-3C67-4FBD-B29A-4C121F7BCCF0}" srcOrd="0" destOrd="0" presId="urn:microsoft.com/office/officeart/2005/8/layout/hChevron3"/>
    <dgm:cxn modelId="{D6EB5D86-D7C1-4BF7-820C-E404FC7150C7}" type="presOf" srcId="{D7D3EFFE-2FFE-4B74-8F2E-035FCBDCEF4B}" destId="{7F8C3C3E-0442-4ECD-AF56-AA5115CBD453}" srcOrd="0" destOrd="0" presId="urn:microsoft.com/office/officeart/2005/8/layout/hChevron3"/>
    <dgm:cxn modelId="{A87785E2-13FD-4D72-843C-8B4A07A43917}" type="presOf" srcId="{E04E02D5-14CC-4DA6-AD1F-2A18A8BD726D}" destId="{5D4E571A-31D9-48DC-B811-D97638832778}" srcOrd="0" destOrd="0" presId="urn:microsoft.com/office/officeart/2005/8/layout/hChevron3"/>
    <dgm:cxn modelId="{038CB1CA-9F91-461E-93CC-5132EEFB37A8}" srcId="{DC348AF8-51D9-481A-8B70-9367988FE7B5}" destId="{E04E02D5-14CC-4DA6-AD1F-2A18A8BD726D}" srcOrd="1" destOrd="0" parTransId="{F9E873E2-633D-4816-9B5E-62F3CAB120E5}" sibTransId="{6A0044C8-3E52-4009-8711-5D4154E9AB7C}"/>
    <dgm:cxn modelId="{39CF71EF-1E72-4B34-B37D-ADB51E91F2B3}" srcId="{DC348AF8-51D9-481A-8B70-9367988FE7B5}" destId="{1A65B276-66D7-4543-B146-8B4C5254EE98}" srcOrd="2" destOrd="0" parTransId="{480B6B42-3DA4-4BB2-B023-C925D0017DE3}" sibTransId="{49F5634D-F412-4AC9-AE6B-CEAF7F109A57}"/>
    <dgm:cxn modelId="{4D57CB47-247E-44D1-BF1A-10975D66E3FF}" srcId="{DC348AF8-51D9-481A-8B70-9367988FE7B5}" destId="{4178EB1B-9B29-4DCC-AA31-93704953D2AC}" srcOrd="4" destOrd="0" parTransId="{01047A68-035F-4F40-9003-AA33C3384389}" sibTransId="{E116D141-AF93-46E2-93D3-D064EE1A5AE5}"/>
    <dgm:cxn modelId="{448EC21E-2337-42D0-ADE7-25199B99542F}" type="presParOf" srcId="{09B26E96-3C67-4FBD-B29A-4C121F7BCCF0}" destId="{7F8C3C3E-0442-4ECD-AF56-AA5115CBD453}" srcOrd="0" destOrd="0" presId="urn:microsoft.com/office/officeart/2005/8/layout/hChevron3"/>
    <dgm:cxn modelId="{B19D8627-9B2A-4958-AC9C-69535F8DFC9F}" type="presParOf" srcId="{09B26E96-3C67-4FBD-B29A-4C121F7BCCF0}" destId="{072EB2B1-4609-4BA6-96C0-6B4F128F7643}" srcOrd="1" destOrd="0" presId="urn:microsoft.com/office/officeart/2005/8/layout/hChevron3"/>
    <dgm:cxn modelId="{EDB44B2C-CE2D-4484-A126-13A6059F59F4}" type="presParOf" srcId="{09B26E96-3C67-4FBD-B29A-4C121F7BCCF0}" destId="{5D4E571A-31D9-48DC-B811-D97638832778}" srcOrd="2" destOrd="0" presId="urn:microsoft.com/office/officeart/2005/8/layout/hChevron3"/>
    <dgm:cxn modelId="{A76BF5E2-311B-4C29-AAE8-28EF431AB72C}" type="presParOf" srcId="{09B26E96-3C67-4FBD-B29A-4C121F7BCCF0}" destId="{FFB95CC4-9AA4-4FE4-902A-ECB65798ECA5}" srcOrd="3" destOrd="0" presId="urn:microsoft.com/office/officeart/2005/8/layout/hChevron3"/>
    <dgm:cxn modelId="{FDDF2138-B99C-4FA3-BF60-FB60262645DD}" type="presParOf" srcId="{09B26E96-3C67-4FBD-B29A-4C121F7BCCF0}" destId="{7B4EDA10-283B-4D2C-AE07-6856C2500E37}" srcOrd="4" destOrd="0" presId="urn:microsoft.com/office/officeart/2005/8/layout/hChevron3"/>
    <dgm:cxn modelId="{259D1BC8-08AB-443A-9AF7-B42EC879AAAA}" type="presParOf" srcId="{09B26E96-3C67-4FBD-B29A-4C121F7BCCF0}" destId="{06D4D012-8B6F-4CDF-9C60-E38C9CFBA58F}" srcOrd="5" destOrd="0" presId="urn:microsoft.com/office/officeart/2005/8/layout/hChevron3"/>
    <dgm:cxn modelId="{FE899A41-D082-44F7-8A67-AC86BA24A2A7}" type="presParOf" srcId="{09B26E96-3C67-4FBD-B29A-4C121F7BCCF0}" destId="{C6D383C7-BD7D-47CD-8134-F7BDD08963C0}" srcOrd="6" destOrd="0" presId="urn:microsoft.com/office/officeart/2005/8/layout/hChevron3"/>
    <dgm:cxn modelId="{CDD726F3-F96F-400E-97C1-EEE0EF020CE6}" type="presParOf" srcId="{09B26E96-3C67-4FBD-B29A-4C121F7BCCF0}" destId="{DB045F45-F5E4-4E9B-B8B8-1F7E1BF53E00}" srcOrd="7" destOrd="0" presId="urn:microsoft.com/office/officeart/2005/8/layout/hChevron3"/>
    <dgm:cxn modelId="{59AF5535-F200-4F77-B1B3-BEFA1F545477}" type="presParOf" srcId="{09B26E96-3C67-4FBD-B29A-4C121F7BCCF0}" destId="{8121185C-719C-4CAD-B4DE-040B9F9AE735}" srcOrd="8" destOrd="0" presId="urn:microsoft.com/office/officeart/2005/8/layout/hChevron3"/>
  </dgm:cxnLst>
  <dgm:bg/>
  <dgm:whole>
    <a:ln w="3175">
      <a:noFill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C348AF8-51D9-481A-8B70-9367988FE7B5}" type="doc">
      <dgm:prSet loTypeId="urn:microsoft.com/office/officeart/2005/8/layout/hChevron3" loCatId="process" qsTypeId="urn:microsoft.com/office/officeart/2005/8/quickstyle/simple1" qsCatId="simple" csTypeId="urn:microsoft.com/office/officeart/2005/8/colors/accent3_2" csCatId="accent3" phldr="1"/>
      <dgm:spPr/>
    </dgm:pt>
    <dgm:pt modelId="{D7D3EFFE-2FFE-4B74-8F2E-035FCBDCEF4B}">
      <dgm:prSet phldrT="[Texte]" custT="1"/>
      <dgm:spPr>
        <a:solidFill>
          <a:srgbClr val="265991"/>
        </a:solidFill>
      </dgm:spPr>
      <dgm:t>
        <a:bodyPr/>
        <a:lstStyle/>
        <a:p>
          <a:r>
            <a:rPr lang="fr-FR" sz="1400" b="1" cap="none" spc="50" dirty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Contexte</a:t>
          </a:r>
        </a:p>
      </dgm:t>
    </dgm:pt>
    <dgm:pt modelId="{162B2F44-05C6-4902-B9C8-95F6057846F6}" type="parTrans" cxnId="{3B325703-CCEF-49A7-B36C-834CA26073BF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171309EE-4FB4-4CCE-B321-EF23B0CD3A16}" type="sibTrans" cxnId="{3B325703-CCEF-49A7-B36C-834CA26073BF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E04E02D5-14CC-4DA6-AD1F-2A18A8BD726D}">
      <dgm:prSet phldrT="[Texte]" custT="1"/>
      <dgm:spPr>
        <a:solidFill>
          <a:srgbClr val="265991"/>
        </a:solidFill>
      </dgm:spPr>
      <dgm:t>
        <a:bodyPr/>
        <a:lstStyle/>
        <a:p>
          <a:r>
            <a:rPr lang="fr-FR" sz="1400" b="1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Problématique</a:t>
          </a:r>
          <a:endParaRPr lang="fr-FR" sz="1400" b="1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F9E873E2-633D-4816-9B5E-62F3CAB120E5}" type="parTrans" cxnId="{038CB1CA-9F91-461E-93CC-5132EEFB37A8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6A0044C8-3E52-4009-8711-5D4154E9AB7C}" type="sibTrans" cxnId="{038CB1CA-9F91-461E-93CC-5132EEFB37A8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1A65B276-66D7-4543-B146-8B4C5254EE98}">
      <dgm:prSet custT="1"/>
      <dgm:spPr>
        <a:solidFill>
          <a:srgbClr val="C00000"/>
        </a:solidFill>
      </dgm:spPr>
      <dgm:t>
        <a:bodyPr/>
        <a:lstStyle/>
        <a:p>
          <a:r>
            <a:rPr lang="fr-FR" sz="1400" b="1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Conception</a:t>
          </a:r>
          <a:endParaRPr lang="fr-FR" sz="1400" b="1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480B6B42-3DA4-4BB2-B023-C925D0017DE3}" type="parTrans" cxnId="{39CF71EF-1E72-4B34-B37D-ADB51E91F2B3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49F5634D-F412-4AC9-AE6B-CEAF7F109A57}" type="sibTrans" cxnId="{39CF71EF-1E72-4B34-B37D-ADB51E91F2B3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1BEF75F8-84F2-41E0-A324-AC6221199725}">
      <dgm:prSet custT="1"/>
      <dgm:spPr/>
      <dgm:t>
        <a:bodyPr/>
        <a:lstStyle/>
        <a:p>
          <a:r>
            <a:rPr lang="fr-FR" sz="1400" b="1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Organisation</a:t>
          </a:r>
          <a:endParaRPr lang="fr-FR" sz="1400" b="1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47A63A2C-ABA9-4570-9999-B61DE9159206}" type="parTrans" cxnId="{5C33DAFA-063B-4BC0-B57E-7FAB07108AFD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A49280D6-D69E-454A-BF7C-DAC7B208CC27}" type="sibTrans" cxnId="{5C33DAFA-063B-4BC0-B57E-7FAB07108AFD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4178EB1B-9B29-4DCC-AA31-93704953D2AC}">
      <dgm:prSet custT="1"/>
      <dgm:spPr/>
      <dgm:t>
        <a:bodyPr/>
        <a:lstStyle/>
        <a:p>
          <a:r>
            <a:rPr lang="fr-FR" sz="1400" b="1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Bilan </a:t>
          </a:r>
          <a:endParaRPr lang="fr-FR" sz="800" b="1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01047A68-035F-4F40-9003-AA33C3384389}" type="parTrans" cxnId="{4D57CB47-247E-44D1-BF1A-10975D66E3FF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E116D141-AF93-46E2-93D3-D064EE1A5AE5}" type="sibTrans" cxnId="{4D57CB47-247E-44D1-BF1A-10975D66E3FF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09B26E96-3C67-4FBD-B29A-4C121F7BCCF0}" type="pres">
      <dgm:prSet presAssocID="{DC348AF8-51D9-481A-8B70-9367988FE7B5}" presName="Name0" presStyleCnt="0">
        <dgm:presLayoutVars>
          <dgm:dir/>
          <dgm:resizeHandles val="exact"/>
        </dgm:presLayoutVars>
      </dgm:prSet>
      <dgm:spPr/>
    </dgm:pt>
    <dgm:pt modelId="{7F8C3C3E-0442-4ECD-AF56-AA5115CBD453}" type="pres">
      <dgm:prSet presAssocID="{D7D3EFFE-2FFE-4B74-8F2E-035FCBDCEF4B}" presName="parTxOnly" presStyleLbl="node1" presStyleIdx="0" presStyleCnt="5" custScaleX="127706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072EB2B1-4609-4BA6-96C0-6B4F128F7643}" type="pres">
      <dgm:prSet presAssocID="{171309EE-4FB4-4CCE-B321-EF23B0CD3A16}" presName="parSpace" presStyleCnt="0"/>
      <dgm:spPr/>
    </dgm:pt>
    <dgm:pt modelId="{5D4E571A-31D9-48DC-B811-D97638832778}" type="pres">
      <dgm:prSet presAssocID="{E04E02D5-14CC-4DA6-AD1F-2A18A8BD726D}" presName="parTxOnly" presStyleLbl="node1" presStyleIdx="1" presStyleCnt="5" custScaleX="13892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FFB95CC4-9AA4-4FE4-902A-ECB65798ECA5}" type="pres">
      <dgm:prSet presAssocID="{6A0044C8-3E52-4009-8711-5D4154E9AB7C}" presName="parSpace" presStyleCnt="0"/>
      <dgm:spPr/>
    </dgm:pt>
    <dgm:pt modelId="{7B4EDA10-283B-4D2C-AE07-6856C2500E37}" type="pres">
      <dgm:prSet presAssocID="{1A65B276-66D7-4543-B146-8B4C5254EE98}" presName="parTxOnly" presStyleLbl="node1" presStyleIdx="2" presStyleCnt="5" custScaleX="145671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06D4D012-8B6F-4CDF-9C60-E38C9CFBA58F}" type="pres">
      <dgm:prSet presAssocID="{49F5634D-F412-4AC9-AE6B-CEAF7F109A57}" presName="parSpace" presStyleCnt="0"/>
      <dgm:spPr/>
    </dgm:pt>
    <dgm:pt modelId="{C6D383C7-BD7D-47CD-8134-F7BDD08963C0}" type="pres">
      <dgm:prSet presAssocID="{1BEF75F8-84F2-41E0-A324-AC6221199725}" presName="parTxOnly" presStyleLbl="node1" presStyleIdx="3" presStyleCnt="5" custScaleX="12704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B045F45-F5E4-4E9B-B8B8-1F7E1BF53E00}" type="pres">
      <dgm:prSet presAssocID="{A49280D6-D69E-454A-BF7C-DAC7B208CC27}" presName="parSpace" presStyleCnt="0"/>
      <dgm:spPr/>
    </dgm:pt>
    <dgm:pt modelId="{8121185C-719C-4CAD-B4DE-040B9F9AE735}" type="pres">
      <dgm:prSet presAssocID="{4178EB1B-9B29-4DCC-AA31-93704953D2AC}" presName="parTxOnly" presStyleLbl="node1" presStyleIdx="4" presStyleCnt="5" custScaleX="109833" custLinFactNeighborX="-5988" custLinFactNeighborY="998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707A2000-BFA8-4309-ADDA-E0B3D36CA874}" type="presOf" srcId="{1A65B276-66D7-4543-B146-8B4C5254EE98}" destId="{7B4EDA10-283B-4D2C-AE07-6856C2500E37}" srcOrd="0" destOrd="0" presId="urn:microsoft.com/office/officeart/2005/8/layout/hChevron3"/>
    <dgm:cxn modelId="{20D6BD7F-6CFE-4584-A84B-B50886359E37}" type="presOf" srcId="{4178EB1B-9B29-4DCC-AA31-93704953D2AC}" destId="{8121185C-719C-4CAD-B4DE-040B9F9AE735}" srcOrd="0" destOrd="0" presId="urn:microsoft.com/office/officeart/2005/8/layout/hChevron3"/>
    <dgm:cxn modelId="{2D10028A-D462-4C34-A2DD-94558B2BE34C}" type="presOf" srcId="{1BEF75F8-84F2-41E0-A324-AC6221199725}" destId="{C6D383C7-BD7D-47CD-8134-F7BDD08963C0}" srcOrd="0" destOrd="0" presId="urn:microsoft.com/office/officeart/2005/8/layout/hChevron3"/>
    <dgm:cxn modelId="{5C33DAFA-063B-4BC0-B57E-7FAB07108AFD}" srcId="{DC348AF8-51D9-481A-8B70-9367988FE7B5}" destId="{1BEF75F8-84F2-41E0-A324-AC6221199725}" srcOrd="3" destOrd="0" parTransId="{47A63A2C-ABA9-4570-9999-B61DE9159206}" sibTransId="{A49280D6-D69E-454A-BF7C-DAC7B208CC27}"/>
    <dgm:cxn modelId="{3B325703-CCEF-49A7-B36C-834CA26073BF}" srcId="{DC348AF8-51D9-481A-8B70-9367988FE7B5}" destId="{D7D3EFFE-2FFE-4B74-8F2E-035FCBDCEF4B}" srcOrd="0" destOrd="0" parTransId="{162B2F44-05C6-4902-B9C8-95F6057846F6}" sibTransId="{171309EE-4FB4-4CCE-B321-EF23B0CD3A16}"/>
    <dgm:cxn modelId="{55EEB9D7-B81F-434F-AF71-5B76D0DBC92E}" type="presOf" srcId="{DC348AF8-51D9-481A-8B70-9367988FE7B5}" destId="{09B26E96-3C67-4FBD-B29A-4C121F7BCCF0}" srcOrd="0" destOrd="0" presId="urn:microsoft.com/office/officeart/2005/8/layout/hChevron3"/>
    <dgm:cxn modelId="{D6EB5D86-D7C1-4BF7-820C-E404FC7150C7}" type="presOf" srcId="{D7D3EFFE-2FFE-4B74-8F2E-035FCBDCEF4B}" destId="{7F8C3C3E-0442-4ECD-AF56-AA5115CBD453}" srcOrd="0" destOrd="0" presId="urn:microsoft.com/office/officeart/2005/8/layout/hChevron3"/>
    <dgm:cxn modelId="{A87785E2-13FD-4D72-843C-8B4A07A43917}" type="presOf" srcId="{E04E02D5-14CC-4DA6-AD1F-2A18A8BD726D}" destId="{5D4E571A-31D9-48DC-B811-D97638832778}" srcOrd="0" destOrd="0" presId="urn:microsoft.com/office/officeart/2005/8/layout/hChevron3"/>
    <dgm:cxn modelId="{038CB1CA-9F91-461E-93CC-5132EEFB37A8}" srcId="{DC348AF8-51D9-481A-8B70-9367988FE7B5}" destId="{E04E02D5-14CC-4DA6-AD1F-2A18A8BD726D}" srcOrd="1" destOrd="0" parTransId="{F9E873E2-633D-4816-9B5E-62F3CAB120E5}" sibTransId="{6A0044C8-3E52-4009-8711-5D4154E9AB7C}"/>
    <dgm:cxn modelId="{39CF71EF-1E72-4B34-B37D-ADB51E91F2B3}" srcId="{DC348AF8-51D9-481A-8B70-9367988FE7B5}" destId="{1A65B276-66D7-4543-B146-8B4C5254EE98}" srcOrd="2" destOrd="0" parTransId="{480B6B42-3DA4-4BB2-B023-C925D0017DE3}" sibTransId="{49F5634D-F412-4AC9-AE6B-CEAF7F109A57}"/>
    <dgm:cxn modelId="{4D57CB47-247E-44D1-BF1A-10975D66E3FF}" srcId="{DC348AF8-51D9-481A-8B70-9367988FE7B5}" destId="{4178EB1B-9B29-4DCC-AA31-93704953D2AC}" srcOrd="4" destOrd="0" parTransId="{01047A68-035F-4F40-9003-AA33C3384389}" sibTransId="{E116D141-AF93-46E2-93D3-D064EE1A5AE5}"/>
    <dgm:cxn modelId="{448EC21E-2337-42D0-ADE7-25199B99542F}" type="presParOf" srcId="{09B26E96-3C67-4FBD-B29A-4C121F7BCCF0}" destId="{7F8C3C3E-0442-4ECD-AF56-AA5115CBD453}" srcOrd="0" destOrd="0" presId="urn:microsoft.com/office/officeart/2005/8/layout/hChevron3"/>
    <dgm:cxn modelId="{B19D8627-9B2A-4958-AC9C-69535F8DFC9F}" type="presParOf" srcId="{09B26E96-3C67-4FBD-B29A-4C121F7BCCF0}" destId="{072EB2B1-4609-4BA6-96C0-6B4F128F7643}" srcOrd="1" destOrd="0" presId="urn:microsoft.com/office/officeart/2005/8/layout/hChevron3"/>
    <dgm:cxn modelId="{EDB44B2C-CE2D-4484-A126-13A6059F59F4}" type="presParOf" srcId="{09B26E96-3C67-4FBD-B29A-4C121F7BCCF0}" destId="{5D4E571A-31D9-48DC-B811-D97638832778}" srcOrd="2" destOrd="0" presId="urn:microsoft.com/office/officeart/2005/8/layout/hChevron3"/>
    <dgm:cxn modelId="{A76BF5E2-311B-4C29-AAE8-28EF431AB72C}" type="presParOf" srcId="{09B26E96-3C67-4FBD-B29A-4C121F7BCCF0}" destId="{FFB95CC4-9AA4-4FE4-902A-ECB65798ECA5}" srcOrd="3" destOrd="0" presId="urn:microsoft.com/office/officeart/2005/8/layout/hChevron3"/>
    <dgm:cxn modelId="{FDDF2138-B99C-4FA3-BF60-FB60262645DD}" type="presParOf" srcId="{09B26E96-3C67-4FBD-B29A-4C121F7BCCF0}" destId="{7B4EDA10-283B-4D2C-AE07-6856C2500E37}" srcOrd="4" destOrd="0" presId="urn:microsoft.com/office/officeart/2005/8/layout/hChevron3"/>
    <dgm:cxn modelId="{259D1BC8-08AB-443A-9AF7-B42EC879AAAA}" type="presParOf" srcId="{09B26E96-3C67-4FBD-B29A-4C121F7BCCF0}" destId="{06D4D012-8B6F-4CDF-9C60-E38C9CFBA58F}" srcOrd="5" destOrd="0" presId="urn:microsoft.com/office/officeart/2005/8/layout/hChevron3"/>
    <dgm:cxn modelId="{FE899A41-D082-44F7-8A67-AC86BA24A2A7}" type="presParOf" srcId="{09B26E96-3C67-4FBD-B29A-4C121F7BCCF0}" destId="{C6D383C7-BD7D-47CD-8134-F7BDD08963C0}" srcOrd="6" destOrd="0" presId="urn:microsoft.com/office/officeart/2005/8/layout/hChevron3"/>
    <dgm:cxn modelId="{CDD726F3-F96F-400E-97C1-EEE0EF020CE6}" type="presParOf" srcId="{09B26E96-3C67-4FBD-B29A-4C121F7BCCF0}" destId="{DB045F45-F5E4-4E9B-B8B8-1F7E1BF53E00}" srcOrd="7" destOrd="0" presId="urn:microsoft.com/office/officeart/2005/8/layout/hChevron3"/>
    <dgm:cxn modelId="{59AF5535-F200-4F77-B1B3-BEFA1F545477}" type="presParOf" srcId="{09B26E96-3C67-4FBD-B29A-4C121F7BCCF0}" destId="{8121185C-719C-4CAD-B4DE-040B9F9AE735}" srcOrd="8" destOrd="0" presId="urn:microsoft.com/office/officeart/2005/8/layout/hChevron3"/>
  </dgm:cxnLst>
  <dgm:bg/>
  <dgm:whole>
    <a:ln w="3175">
      <a:noFill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3B7B5B16-8D47-44D6-9A9E-5FDC0720C028}" type="doc">
      <dgm:prSet loTypeId="urn:microsoft.com/office/officeart/2005/8/layout/process1" loCatId="process" qsTypeId="urn:microsoft.com/office/officeart/2005/8/quickstyle/simple1" qsCatId="simple" csTypeId="urn:microsoft.com/office/officeart/2005/8/colors/colorful2" csCatId="colorful" phldr="1"/>
      <dgm:spPr/>
    </dgm:pt>
    <dgm:pt modelId="{13748B4D-9736-4636-A516-6E521DC8E8B7}">
      <dgm:prSet phldrT="[Texte]" custT="1"/>
      <dgm:spPr/>
      <dgm:t>
        <a:bodyPr/>
        <a:lstStyle/>
        <a:p>
          <a:r>
            <a:rPr lang="fr-FR" sz="2000" dirty="0" smtClean="0"/>
            <a:t>Extraction</a:t>
          </a:r>
          <a:endParaRPr lang="fr-FR" sz="1600" dirty="0"/>
        </a:p>
      </dgm:t>
    </dgm:pt>
    <dgm:pt modelId="{7891B4EE-C011-4011-A6E3-927D915F1C02}" type="parTrans" cxnId="{6647813F-F17C-4076-B2AC-3FC50462E1C3}">
      <dgm:prSet/>
      <dgm:spPr/>
      <dgm:t>
        <a:bodyPr/>
        <a:lstStyle/>
        <a:p>
          <a:endParaRPr lang="fr-FR"/>
        </a:p>
      </dgm:t>
    </dgm:pt>
    <dgm:pt modelId="{2BD89F65-3746-4289-A574-32D033F49E23}" type="sibTrans" cxnId="{6647813F-F17C-4076-B2AC-3FC50462E1C3}">
      <dgm:prSet/>
      <dgm:spPr/>
      <dgm:t>
        <a:bodyPr/>
        <a:lstStyle/>
        <a:p>
          <a:endParaRPr lang="fr-FR"/>
        </a:p>
      </dgm:t>
    </dgm:pt>
    <dgm:pt modelId="{2114A46E-0A21-432D-82A3-F3E6726BE4A8}">
      <dgm:prSet phldrT="[Texte]" custT="1"/>
      <dgm:spPr/>
      <dgm:t>
        <a:bodyPr/>
        <a:lstStyle/>
        <a:p>
          <a:r>
            <a:rPr lang="fr-FR" sz="2000" dirty="0" smtClean="0"/>
            <a:t>Transformation</a:t>
          </a:r>
          <a:endParaRPr lang="fr-FR" sz="1600" dirty="0"/>
        </a:p>
      </dgm:t>
    </dgm:pt>
    <dgm:pt modelId="{2FCCDFC3-66C3-4BAD-ADF7-1F349D1710AC}" type="parTrans" cxnId="{707DA18B-64E2-4363-85D7-C985555D184B}">
      <dgm:prSet/>
      <dgm:spPr/>
      <dgm:t>
        <a:bodyPr/>
        <a:lstStyle/>
        <a:p>
          <a:endParaRPr lang="fr-FR"/>
        </a:p>
      </dgm:t>
    </dgm:pt>
    <dgm:pt modelId="{5720A964-8A44-4E91-B599-937D07FC8AEF}" type="sibTrans" cxnId="{707DA18B-64E2-4363-85D7-C985555D184B}">
      <dgm:prSet/>
      <dgm:spPr/>
      <dgm:t>
        <a:bodyPr/>
        <a:lstStyle/>
        <a:p>
          <a:endParaRPr lang="fr-FR"/>
        </a:p>
      </dgm:t>
    </dgm:pt>
    <dgm:pt modelId="{8346DB08-DE5C-4C22-8D94-71DB6F980A95}">
      <dgm:prSet phldrT="[Texte]" custT="1"/>
      <dgm:spPr/>
      <dgm:t>
        <a:bodyPr/>
        <a:lstStyle/>
        <a:p>
          <a:r>
            <a:rPr lang="fr-FR" sz="2000" dirty="0" smtClean="0"/>
            <a:t>Chargement</a:t>
          </a:r>
          <a:endParaRPr lang="fr-FR" sz="2000" dirty="0"/>
        </a:p>
      </dgm:t>
    </dgm:pt>
    <dgm:pt modelId="{326977BB-EAFF-42F7-A98C-6197AE7D5CBE}" type="parTrans" cxnId="{5E6AD533-31FE-4366-A42F-F210DBD44407}">
      <dgm:prSet/>
      <dgm:spPr/>
      <dgm:t>
        <a:bodyPr/>
        <a:lstStyle/>
        <a:p>
          <a:endParaRPr lang="fr-FR"/>
        </a:p>
      </dgm:t>
    </dgm:pt>
    <dgm:pt modelId="{B11673EB-834A-485B-AED9-CC5E4849D912}" type="sibTrans" cxnId="{5E6AD533-31FE-4366-A42F-F210DBD44407}">
      <dgm:prSet/>
      <dgm:spPr/>
      <dgm:t>
        <a:bodyPr/>
        <a:lstStyle/>
        <a:p>
          <a:endParaRPr lang="fr-FR"/>
        </a:p>
      </dgm:t>
    </dgm:pt>
    <dgm:pt modelId="{BB9EC113-8A97-4F8C-8E3F-D74F1644CFED}">
      <dgm:prSet/>
      <dgm:spPr/>
      <dgm:t>
        <a:bodyPr/>
        <a:lstStyle/>
        <a:p>
          <a:r>
            <a:rPr lang="fr-FR" sz="1200" dirty="0" smtClean="0"/>
            <a:t>Script python natif</a:t>
          </a:r>
          <a:endParaRPr lang="fr-FR" sz="1200" dirty="0"/>
        </a:p>
      </dgm:t>
    </dgm:pt>
    <dgm:pt modelId="{30F38828-9306-4A64-9BA5-4B258C1A74E8}" type="parTrans" cxnId="{8255E977-5158-4AD3-9614-6DC6390EAA64}">
      <dgm:prSet/>
      <dgm:spPr/>
      <dgm:t>
        <a:bodyPr/>
        <a:lstStyle/>
        <a:p>
          <a:endParaRPr lang="fr-FR"/>
        </a:p>
      </dgm:t>
    </dgm:pt>
    <dgm:pt modelId="{13CE4B26-1647-4960-889F-0DDEF167AD5F}" type="sibTrans" cxnId="{8255E977-5158-4AD3-9614-6DC6390EAA64}">
      <dgm:prSet/>
      <dgm:spPr/>
      <dgm:t>
        <a:bodyPr/>
        <a:lstStyle/>
        <a:p>
          <a:endParaRPr lang="fr-FR"/>
        </a:p>
      </dgm:t>
    </dgm:pt>
    <dgm:pt modelId="{0E138556-CBE4-4B7D-ADBA-AB8D8323A9E2}">
      <dgm:prSet/>
      <dgm:spPr/>
      <dgm:t>
        <a:bodyPr/>
        <a:lstStyle/>
        <a:p>
          <a:r>
            <a:rPr lang="fr-FR" sz="1200" dirty="0" smtClean="0"/>
            <a:t>Nettoyage HTML/XML</a:t>
          </a:r>
          <a:endParaRPr lang="fr-FR" sz="1200" dirty="0"/>
        </a:p>
      </dgm:t>
    </dgm:pt>
    <dgm:pt modelId="{4BBE6B76-EFE2-4B81-9B19-274F35B89279}" type="parTrans" cxnId="{2C47ADD4-8B04-49B4-8064-47B026CEE77C}">
      <dgm:prSet/>
      <dgm:spPr/>
      <dgm:t>
        <a:bodyPr/>
        <a:lstStyle/>
        <a:p>
          <a:endParaRPr lang="fr-FR"/>
        </a:p>
      </dgm:t>
    </dgm:pt>
    <dgm:pt modelId="{8D053690-554F-4C3F-AB43-AB2041B9FC51}" type="sibTrans" cxnId="{2C47ADD4-8B04-49B4-8064-47B026CEE77C}">
      <dgm:prSet/>
      <dgm:spPr/>
      <dgm:t>
        <a:bodyPr/>
        <a:lstStyle/>
        <a:p>
          <a:endParaRPr lang="fr-FR"/>
        </a:p>
      </dgm:t>
    </dgm:pt>
    <dgm:pt modelId="{0E10A5A7-5E83-4903-A648-38423862E99D}">
      <dgm:prSet phldrT="[Texte]"/>
      <dgm:spPr/>
      <dgm:t>
        <a:bodyPr/>
        <a:lstStyle/>
        <a:p>
          <a:r>
            <a:rPr lang="fr-FR" sz="1200" dirty="0" err="1" smtClean="0"/>
            <a:t>Regex</a:t>
          </a:r>
          <a:r>
            <a:rPr lang="fr-FR" sz="1200" dirty="0" smtClean="0"/>
            <a:t> : Extraction du numéro de décision</a:t>
          </a:r>
          <a:endParaRPr lang="fr-FR" sz="1200" dirty="0"/>
        </a:p>
      </dgm:t>
    </dgm:pt>
    <dgm:pt modelId="{21D5D1A4-88F8-4DF2-9CAD-1455F0A14304}" type="parTrans" cxnId="{26163901-2870-4C5F-A49A-F3812C212DC5}">
      <dgm:prSet/>
      <dgm:spPr/>
      <dgm:t>
        <a:bodyPr/>
        <a:lstStyle/>
        <a:p>
          <a:endParaRPr lang="fr-FR"/>
        </a:p>
      </dgm:t>
    </dgm:pt>
    <dgm:pt modelId="{F47B5E53-A1F1-422D-A6F8-6B38CD1873D5}" type="sibTrans" cxnId="{26163901-2870-4C5F-A49A-F3812C212DC5}">
      <dgm:prSet/>
      <dgm:spPr/>
      <dgm:t>
        <a:bodyPr/>
        <a:lstStyle/>
        <a:p>
          <a:endParaRPr lang="fr-FR"/>
        </a:p>
      </dgm:t>
    </dgm:pt>
    <dgm:pt modelId="{5450006D-83E1-448A-B15B-C63F2F0522BF}">
      <dgm:prSet phldrT="[Texte]"/>
      <dgm:spPr/>
      <dgm:t>
        <a:bodyPr/>
        <a:lstStyle/>
        <a:p>
          <a:r>
            <a:rPr lang="fr-FR" sz="1200" dirty="0" smtClean="0"/>
            <a:t>Table </a:t>
          </a:r>
          <a:r>
            <a:rPr lang="fr-FR" sz="1200" dirty="0" err="1" smtClean="0"/>
            <a:t>staging</a:t>
          </a:r>
          <a:r>
            <a:rPr lang="fr-FR" sz="1200" dirty="0" smtClean="0"/>
            <a:t> : Détection des doublons avant import</a:t>
          </a:r>
          <a:endParaRPr lang="fr-FR" sz="1200" dirty="0"/>
        </a:p>
      </dgm:t>
    </dgm:pt>
    <dgm:pt modelId="{C3A7D343-F6EC-4931-BD40-CC3C34618922}" type="parTrans" cxnId="{CED51393-6809-4942-9194-E0F0572B8B6C}">
      <dgm:prSet/>
      <dgm:spPr/>
      <dgm:t>
        <a:bodyPr/>
        <a:lstStyle/>
        <a:p>
          <a:endParaRPr lang="fr-FR"/>
        </a:p>
      </dgm:t>
    </dgm:pt>
    <dgm:pt modelId="{42866390-230B-44A4-ACF5-F4EAA3DD3131}" type="sibTrans" cxnId="{CED51393-6809-4942-9194-E0F0572B8B6C}">
      <dgm:prSet/>
      <dgm:spPr/>
      <dgm:t>
        <a:bodyPr/>
        <a:lstStyle/>
        <a:p>
          <a:endParaRPr lang="fr-FR"/>
        </a:p>
      </dgm:t>
    </dgm:pt>
    <dgm:pt modelId="{A5627C59-A9D1-4364-927B-3D567E360593}">
      <dgm:prSet phldrT="[Texte]"/>
      <dgm:spPr/>
      <dgm:t>
        <a:bodyPr/>
        <a:lstStyle/>
        <a:p>
          <a:r>
            <a:rPr lang="fr-FR" sz="1200" dirty="0" smtClean="0"/>
            <a:t>Injection via l’ORM Peewee</a:t>
          </a:r>
          <a:endParaRPr lang="fr-FR" sz="1200" dirty="0"/>
        </a:p>
      </dgm:t>
    </dgm:pt>
    <dgm:pt modelId="{4927E72D-32EA-42A5-B8CE-6C86EDA97B06}" type="parTrans" cxnId="{2E86EB41-2B5D-4403-A2E3-29B7BDCAC251}">
      <dgm:prSet/>
      <dgm:spPr/>
      <dgm:t>
        <a:bodyPr/>
        <a:lstStyle/>
        <a:p>
          <a:endParaRPr lang="fr-FR"/>
        </a:p>
      </dgm:t>
    </dgm:pt>
    <dgm:pt modelId="{228A8E44-3D40-41F0-9F78-1130D54977DA}" type="sibTrans" cxnId="{2E86EB41-2B5D-4403-A2E3-29B7BDCAC251}">
      <dgm:prSet/>
      <dgm:spPr/>
      <dgm:t>
        <a:bodyPr/>
        <a:lstStyle/>
        <a:p>
          <a:endParaRPr lang="fr-FR"/>
        </a:p>
      </dgm:t>
    </dgm:pt>
    <dgm:pt modelId="{A5968CA4-A0DE-49C3-8B7B-33B93FE6180A}">
      <dgm:prSet phldrT="[Texte]"/>
      <dgm:spPr/>
      <dgm:t>
        <a:bodyPr/>
        <a:lstStyle/>
        <a:p>
          <a:r>
            <a:rPr lang="fr-FR" sz="1200" dirty="0" smtClean="0"/>
            <a:t>Respect des clés étrangères (Lien BDD)</a:t>
          </a:r>
          <a:endParaRPr lang="fr-FR" sz="1200" dirty="0"/>
        </a:p>
      </dgm:t>
    </dgm:pt>
    <dgm:pt modelId="{173F4F34-D95D-4BAC-8551-DE8D0E0A1543}" type="parTrans" cxnId="{DB0535B3-73CD-4AD8-A097-BBF9BDAF21E3}">
      <dgm:prSet/>
      <dgm:spPr/>
      <dgm:t>
        <a:bodyPr/>
        <a:lstStyle/>
        <a:p>
          <a:endParaRPr lang="fr-FR"/>
        </a:p>
      </dgm:t>
    </dgm:pt>
    <dgm:pt modelId="{841B5FA7-674F-48C5-83AD-3899E1ACDC39}" type="sibTrans" cxnId="{DB0535B3-73CD-4AD8-A097-BBF9BDAF21E3}">
      <dgm:prSet/>
      <dgm:spPr/>
      <dgm:t>
        <a:bodyPr/>
        <a:lstStyle/>
        <a:p>
          <a:endParaRPr lang="fr-FR"/>
        </a:p>
      </dgm:t>
    </dgm:pt>
    <dgm:pt modelId="{4C743FB3-2B75-4FBC-AC7B-C1D48DE5BBE6}" type="pres">
      <dgm:prSet presAssocID="{3B7B5B16-8D47-44D6-9A9E-5FDC0720C028}" presName="Name0" presStyleCnt="0">
        <dgm:presLayoutVars>
          <dgm:dir/>
          <dgm:resizeHandles val="exact"/>
        </dgm:presLayoutVars>
      </dgm:prSet>
      <dgm:spPr/>
    </dgm:pt>
    <dgm:pt modelId="{601F8B7A-B914-4B63-9E7B-444D8A669DA7}" type="pres">
      <dgm:prSet presAssocID="{13748B4D-9736-4636-A516-6E521DC8E8B7}" presName="node" presStyleLbl="node1" presStyleIdx="0" presStyleCnt="3" custScaleX="12518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FFD9130-3040-42A7-A05B-269B37E63902}" type="pres">
      <dgm:prSet presAssocID="{2BD89F65-3746-4289-A574-32D033F49E23}" presName="sibTrans" presStyleLbl="sibTrans2D1" presStyleIdx="0" presStyleCnt="2"/>
      <dgm:spPr/>
      <dgm:t>
        <a:bodyPr/>
        <a:lstStyle/>
        <a:p>
          <a:endParaRPr lang="fr-FR"/>
        </a:p>
      </dgm:t>
    </dgm:pt>
    <dgm:pt modelId="{8BE6B0DA-8B72-43F2-A3A7-250D621C62AF}" type="pres">
      <dgm:prSet presAssocID="{2BD89F65-3746-4289-A574-32D033F49E23}" presName="connectorText" presStyleLbl="sibTrans2D1" presStyleIdx="0" presStyleCnt="2"/>
      <dgm:spPr/>
      <dgm:t>
        <a:bodyPr/>
        <a:lstStyle/>
        <a:p>
          <a:endParaRPr lang="fr-FR"/>
        </a:p>
      </dgm:t>
    </dgm:pt>
    <dgm:pt modelId="{9882D133-9DC2-4CB5-AEF4-C4E8DE0FC7FA}" type="pres">
      <dgm:prSet presAssocID="{2114A46E-0A21-432D-82A3-F3E6726BE4A8}" presName="node" presStyleLbl="node1" presStyleIdx="1" presStyleCnt="3" custScaleX="165009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CE46FF03-ED8A-4B43-8F7B-035FD76A02A2}" type="pres">
      <dgm:prSet presAssocID="{5720A964-8A44-4E91-B599-937D07FC8AEF}" presName="sibTrans" presStyleLbl="sibTrans2D1" presStyleIdx="1" presStyleCnt="2"/>
      <dgm:spPr/>
      <dgm:t>
        <a:bodyPr/>
        <a:lstStyle/>
        <a:p>
          <a:endParaRPr lang="fr-FR"/>
        </a:p>
      </dgm:t>
    </dgm:pt>
    <dgm:pt modelId="{F2C445A1-3A6F-4DBE-AC6F-6613187E7A0A}" type="pres">
      <dgm:prSet presAssocID="{5720A964-8A44-4E91-B599-937D07FC8AEF}" presName="connectorText" presStyleLbl="sibTrans2D1" presStyleIdx="1" presStyleCnt="2"/>
      <dgm:spPr/>
      <dgm:t>
        <a:bodyPr/>
        <a:lstStyle/>
        <a:p>
          <a:endParaRPr lang="fr-FR"/>
        </a:p>
      </dgm:t>
    </dgm:pt>
    <dgm:pt modelId="{56157BAB-DB2F-44B6-A3D3-23134C62E4E6}" type="pres">
      <dgm:prSet presAssocID="{8346DB08-DE5C-4C22-8D94-71DB6F980A95}" presName="node" presStyleLbl="node1" presStyleIdx="2" presStyleCnt="3" custScaleX="141361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CED51393-6809-4942-9194-E0F0572B8B6C}" srcId="{2114A46E-0A21-432D-82A3-F3E6726BE4A8}" destId="{5450006D-83E1-448A-B15B-C63F2F0522BF}" srcOrd="1" destOrd="0" parTransId="{C3A7D343-F6EC-4931-BD40-CC3C34618922}" sibTransId="{42866390-230B-44A4-ACF5-F4EAA3DD3131}"/>
    <dgm:cxn modelId="{B3C1EBE6-A487-49D9-BFA9-593A735F3513}" type="presOf" srcId="{5720A964-8A44-4E91-B599-937D07FC8AEF}" destId="{F2C445A1-3A6F-4DBE-AC6F-6613187E7A0A}" srcOrd="1" destOrd="0" presId="urn:microsoft.com/office/officeart/2005/8/layout/process1"/>
    <dgm:cxn modelId="{6647813F-F17C-4076-B2AC-3FC50462E1C3}" srcId="{3B7B5B16-8D47-44D6-9A9E-5FDC0720C028}" destId="{13748B4D-9736-4636-A516-6E521DC8E8B7}" srcOrd="0" destOrd="0" parTransId="{7891B4EE-C011-4011-A6E3-927D915F1C02}" sibTransId="{2BD89F65-3746-4289-A574-32D033F49E23}"/>
    <dgm:cxn modelId="{95137216-8C09-4AA5-9831-33CB9063FF1C}" type="presOf" srcId="{2BD89F65-3746-4289-A574-32D033F49E23}" destId="{8BE6B0DA-8B72-43F2-A3A7-250D621C62AF}" srcOrd="1" destOrd="0" presId="urn:microsoft.com/office/officeart/2005/8/layout/process1"/>
    <dgm:cxn modelId="{0C8740AA-1177-45C8-823F-B769142A28C8}" type="presOf" srcId="{8346DB08-DE5C-4C22-8D94-71DB6F980A95}" destId="{56157BAB-DB2F-44B6-A3D3-23134C62E4E6}" srcOrd="0" destOrd="0" presId="urn:microsoft.com/office/officeart/2005/8/layout/process1"/>
    <dgm:cxn modelId="{2C47ADD4-8B04-49B4-8064-47B026CEE77C}" srcId="{13748B4D-9736-4636-A516-6E521DC8E8B7}" destId="{0E138556-CBE4-4B7D-ADBA-AB8D8323A9E2}" srcOrd="1" destOrd="0" parTransId="{4BBE6B76-EFE2-4B81-9B19-274F35B89279}" sibTransId="{8D053690-554F-4C3F-AB43-AB2041B9FC51}"/>
    <dgm:cxn modelId="{26163901-2870-4C5F-A49A-F3812C212DC5}" srcId="{2114A46E-0A21-432D-82A3-F3E6726BE4A8}" destId="{0E10A5A7-5E83-4903-A648-38423862E99D}" srcOrd="0" destOrd="0" parTransId="{21D5D1A4-88F8-4DF2-9CAD-1455F0A14304}" sibTransId="{F47B5E53-A1F1-422D-A6F8-6B38CD1873D5}"/>
    <dgm:cxn modelId="{4A590024-6B6B-4E12-A1C9-A5D8D59E4636}" type="presOf" srcId="{2BD89F65-3746-4289-A574-32D033F49E23}" destId="{2FFD9130-3040-42A7-A05B-269B37E63902}" srcOrd="0" destOrd="0" presId="urn:microsoft.com/office/officeart/2005/8/layout/process1"/>
    <dgm:cxn modelId="{DB0535B3-73CD-4AD8-A097-BBF9BDAF21E3}" srcId="{8346DB08-DE5C-4C22-8D94-71DB6F980A95}" destId="{A5968CA4-A0DE-49C3-8B7B-33B93FE6180A}" srcOrd="1" destOrd="0" parTransId="{173F4F34-D95D-4BAC-8551-DE8D0E0A1543}" sibTransId="{841B5FA7-674F-48C5-83AD-3899E1ACDC39}"/>
    <dgm:cxn modelId="{8080BB57-3D0F-4E71-AF14-EB991D6A4B92}" type="presOf" srcId="{BB9EC113-8A97-4F8C-8E3F-D74F1644CFED}" destId="{601F8B7A-B914-4B63-9E7B-444D8A669DA7}" srcOrd="0" destOrd="1" presId="urn:microsoft.com/office/officeart/2005/8/layout/process1"/>
    <dgm:cxn modelId="{0AA09A6F-2B8C-414D-9E11-E59CA4BD2E81}" type="presOf" srcId="{0E10A5A7-5E83-4903-A648-38423862E99D}" destId="{9882D133-9DC2-4CB5-AEF4-C4E8DE0FC7FA}" srcOrd="0" destOrd="1" presId="urn:microsoft.com/office/officeart/2005/8/layout/process1"/>
    <dgm:cxn modelId="{F4B4D5AD-45C1-44B7-8293-4A6D03D0C9EE}" type="presOf" srcId="{3B7B5B16-8D47-44D6-9A9E-5FDC0720C028}" destId="{4C743FB3-2B75-4FBC-AC7B-C1D48DE5BBE6}" srcOrd="0" destOrd="0" presId="urn:microsoft.com/office/officeart/2005/8/layout/process1"/>
    <dgm:cxn modelId="{2E86EB41-2B5D-4403-A2E3-29B7BDCAC251}" srcId="{8346DB08-DE5C-4C22-8D94-71DB6F980A95}" destId="{A5627C59-A9D1-4364-927B-3D567E360593}" srcOrd="0" destOrd="0" parTransId="{4927E72D-32EA-42A5-B8CE-6C86EDA97B06}" sibTransId="{228A8E44-3D40-41F0-9F78-1130D54977DA}"/>
    <dgm:cxn modelId="{707DA18B-64E2-4363-85D7-C985555D184B}" srcId="{3B7B5B16-8D47-44D6-9A9E-5FDC0720C028}" destId="{2114A46E-0A21-432D-82A3-F3E6726BE4A8}" srcOrd="1" destOrd="0" parTransId="{2FCCDFC3-66C3-4BAD-ADF7-1F349D1710AC}" sibTransId="{5720A964-8A44-4E91-B599-937D07FC8AEF}"/>
    <dgm:cxn modelId="{06664569-73BF-46FC-8F0E-DF97BE2D80B7}" type="presOf" srcId="{A5627C59-A9D1-4364-927B-3D567E360593}" destId="{56157BAB-DB2F-44B6-A3D3-23134C62E4E6}" srcOrd="0" destOrd="1" presId="urn:microsoft.com/office/officeart/2005/8/layout/process1"/>
    <dgm:cxn modelId="{8255E977-5158-4AD3-9614-6DC6390EAA64}" srcId="{13748B4D-9736-4636-A516-6E521DC8E8B7}" destId="{BB9EC113-8A97-4F8C-8E3F-D74F1644CFED}" srcOrd="0" destOrd="0" parTransId="{30F38828-9306-4A64-9BA5-4B258C1A74E8}" sibTransId="{13CE4B26-1647-4960-889F-0DDEF167AD5F}"/>
    <dgm:cxn modelId="{5E6AD533-31FE-4366-A42F-F210DBD44407}" srcId="{3B7B5B16-8D47-44D6-9A9E-5FDC0720C028}" destId="{8346DB08-DE5C-4C22-8D94-71DB6F980A95}" srcOrd="2" destOrd="0" parTransId="{326977BB-EAFF-42F7-A98C-6197AE7D5CBE}" sibTransId="{B11673EB-834A-485B-AED9-CC5E4849D912}"/>
    <dgm:cxn modelId="{E6F70522-9D0F-41DC-A09A-D7C72273BF2A}" type="presOf" srcId="{5720A964-8A44-4E91-B599-937D07FC8AEF}" destId="{CE46FF03-ED8A-4B43-8F7B-035FD76A02A2}" srcOrd="0" destOrd="0" presId="urn:microsoft.com/office/officeart/2005/8/layout/process1"/>
    <dgm:cxn modelId="{AE808363-879C-4ADE-8A36-5BF93943EF93}" type="presOf" srcId="{13748B4D-9736-4636-A516-6E521DC8E8B7}" destId="{601F8B7A-B914-4B63-9E7B-444D8A669DA7}" srcOrd="0" destOrd="0" presId="urn:microsoft.com/office/officeart/2005/8/layout/process1"/>
    <dgm:cxn modelId="{DC4F1AEF-6E5F-4AB9-B5EE-EA7781A5A3EB}" type="presOf" srcId="{0E138556-CBE4-4B7D-ADBA-AB8D8323A9E2}" destId="{601F8B7A-B914-4B63-9E7B-444D8A669DA7}" srcOrd="0" destOrd="2" presId="urn:microsoft.com/office/officeart/2005/8/layout/process1"/>
    <dgm:cxn modelId="{E5115E34-881A-4159-A3DD-CA0F2829622C}" type="presOf" srcId="{5450006D-83E1-448A-B15B-C63F2F0522BF}" destId="{9882D133-9DC2-4CB5-AEF4-C4E8DE0FC7FA}" srcOrd="0" destOrd="2" presId="urn:microsoft.com/office/officeart/2005/8/layout/process1"/>
    <dgm:cxn modelId="{0804FDA0-3D35-473A-81FD-9C7A7A23176C}" type="presOf" srcId="{2114A46E-0A21-432D-82A3-F3E6726BE4A8}" destId="{9882D133-9DC2-4CB5-AEF4-C4E8DE0FC7FA}" srcOrd="0" destOrd="0" presId="urn:microsoft.com/office/officeart/2005/8/layout/process1"/>
    <dgm:cxn modelId="{63931720-5DC3-4A36-AAEC-B62E233B64D1}" type="presOf" srcId="{A5968CA4-A0DE-49C3-8B7B-33B93FE6180A}" destId="{56157BAB-DB2F-44B6-A3D3-23134C62E4E6}" srcOrd="0" destOrd="2" presId="urn:microsoft.com/office/officeart/2005/8/layout/process1"/>
    <dgm:cxn modelId="{059C0733-6C4C-4A64-96E0-B5F2EA9F20C4}" type="presParOf" srcId="{4C743FB3-2B75-4FBC-AC7B-C1D48DE5BBE6}" destId="{601F8B7A-B914-4B63-9E7B-444D8A669DA7}" srcOrd="0" destOrd="0" presId="urn:microsoft.com/office/officeart/2005/8/layout/process1"/>
    <dgm:cxn modelId="{77D7B057-A03F-4FBB-8F2D-582387184FBE}" type="presParOf" srcId="{4C743FB3-2B75-4FBC-AC7B-C1D48DE5BBE6}" destId="{2FFD9130-3040-42A7-A05B-269B37E63902}" srcOrd="1" destOrd="0" presId="urn:microsoft.com/office/officeart/2005/8/layout/process1"/>
    <dgm:cxn modelId="{DADC1157-43A3-4DD4-9028-D7EDD611F149}" type="presParOf" srcId="{2FFD9130-3040-42A7-A05B-269B37E63902}" destId="{8BE6B0DA-8B72-43F2-A3A7-250D621C62AF}" srcOrd="0" destOrd="0" presId="urn:microsoft.com/office/officeart/2005/8/layout/process1"/>
    <dgm:cxn modelId="{A4F4A4E6-EB9C-4272-A80C-0555DFEB0E51}" type="presParOf" srcId="{4C743FB3-2B75-4FBC-AC7B-C1D48DE5BBE6}" destId="{9882D133-9DC2-4CB5-AEF4-C4E8DE0FC7FA}" srcOrd="2" destOrd="0" presId="urn:microsoft.com/office/officeart/2005/8/layout/process1"/>
    <dgm:cxn modelId="{C7672FF9-CC24-4BF3-945B-889A3FEFB0C8}" type="presParOf" srcId="{4C743FB3-2B75-4FBC-AC7B-C1D48DE5BBE6}" destId="{CE46FF03-ED8A-4B43-8F7B-035FD76A02A2}" srcOrd="3" destOrd="0" presId="urn:microsoft.com/office/officeart/2005/8/layout/process1"/>
    <dgm:cxn modelId="{D2FDD598-95D6-4E7B-B339-B5D1EC38CDDA}" type="presParOf" srcId="{CE46FF03-ED8A-4B43-8F7B-035FD76A02A2}" destId="{F2C445A1-3A6F-4DBE-AC6F-6613187E7A0A}" srcOrd="0" destOrd="0" presId="urn:microsoft.com/office/officeart/2005/8/layout/process1"/>
    <dgm:cxn modelId="{E0A839F9-7B81-47B9-8F39-FDD5D05139FE}" type="presParOf" srcId="{4C743FB3-2B75-4FBC-AC7B-C1D48DE5BBE6}" destId="{56157BAB-DB2F-44B6-A3D3-23134C62E4E6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DC348AF8-51D9-481A-8B70-9367988FE7B5}" type="doc">
      <dgm:prSet loTypeId="urn:microsoft.com/office/officeart/2005/8/layout/hChevron3" loCatId="process" qsTypeId="urn:microsoft.com/office/officeart/2005/8/quickstyle/simple1" qsCatId="simple" csTypeId="urn:microsoft.com/office/officeart/2005/8/colors/accent3_2" csCatId="accent3" phldr="1"/>
      <dgm:spPr/>
    </dgm:pt>
    <dgm:pt modelId="{D7D3EFFE-2FFE-4B74-8F2E-035FCBDCEF4B}">
      <dgm:prSet phldrT="[Texte]" custT="1"/>
      <dgm:spPr>
        <a:solidFill>
          <a:srgbClr val="265991"/>
        </a:solidFill>
      </dgm:spPr>
      <dgm:t>
        <a:bodyPr/>
        <a:lstStyle/>
        <a:p>
          <a:r>
            <a:rPr lang="fr-FR" sz="1400" b="1" cap="none" spc="50" dirty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Contexte</a:t>
          </a:r>
        </a:p>
      </dgm:t>
    </dgm:pt>
    <dgm:pt modelId="{162B2F44-05C6-4902-B9C8-95F6057846F6}" type="parTrans" cxnId="{3B325703-CCEF-49A7-B36C-834CA26073BF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171309EE-4FB4-4CCE-B321-EF23B0CD3A16}" type="sibTrans" cxnId="{3B325703-CCEF-49A7-B36C-834CA26073BF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E04E02D5-14CC-4DA6-AD1F-2A18A8BD726D}">
      <dgm:prSet phldrT="[Texte]" custT="1"/>
      <dgm:spPr>
        <a:solidFill>
          <a:srgbClr val="265991"/>
        </a:solidFill>
      </dgm:spPr>
      <dgm:t>
        <a:bodyPr/>
        <a:lstStyle/>
        <a:p>
          <a:r>
            <a:rPr lang="fr-FR" sz="1400" b="1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Problématique</a:t>
          </a:r>
          <a:endParaRPr lang="fr-FR" sz="1400" b="1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F9E873E2-633D-4816-9B5E-62F3CAB120E5}" type="parTrans" cxnId="{038CB1CA-9F91-461E-93CC-5132EEFB37A8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6A0044C8-3E52-4009-8711-5D4154E9AB7C}" type="sibTrans" cxnId="{038CB1CA-9F91-461E-93CC-5132EEFB37A8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1A65B276-66D7-4543-B146-8B4C5254EE98}">
      <dgm:prSet custT="1"/>
      <dgm:spPr>
        <a:solidFill>
          <a:srgbClr val="C00000"/>
        </a:solidFill>
      </dgm:spPr>
      <dgm:t>
        <a:bodyPr/>
        <a:lstStyle/>
        <a:p>
          <a:r>
            <a:rPr lang="fr-FR" sz="1400" b="1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Conception</a:t>
          </a:r>
          <a:endParaRPr lang="fr-FR" sz="1400" b="1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480B6B42-3DA4-4BB2-B023-C925D0017DE3}" type="parTrans" cxnId="{39CF71EF-1E72-4B34-B37D-ADB51E91F2B3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49F5634D-F412-4AC9-AE6B-CEAF7F109A57}" type="sibTrans" cxnId="{39CF71EF-1E72-4B34-B37D-ADB51E91F2B3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1BEF75F8-84F2-41E0-A324-AC6221199725}">
      <dgm:prSet custT="1"/>
      <dgm:spPr/>
      <dgm:t>
        <a:bodyPr/>
        <a:lstStyle/>
        <a:p>
          <a:r>
            <a:rPr lang="fr-FR" sz="1400" b="1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Organisation</a:t>
          </a:r>
          <a:endParaRPr lang="fr-FR" sz="1400" b="1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47A63A2C-ABA9-4570-9999-B61DE9159206}" type="parTrans" cxnId="{5C33DAFA-063B-4BC0-B57E-7FAB07108AFD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A49280D6-D69E-454A-BF7C-DAC7B208CC27}" type="sibTrans" cxnId="{5C33DAFA-063B-4BC0-B57E-7FAB07108AFD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4178EB1B-9B29-4DCC-AA31-93704953D2AC}">
      <dgm:prSet custT="1"/>
      <dgm:spPr/>
      <dgm:t>
        <a:bodyPr/>
        <a:lstStyle/>
        <a:p>
          <a:r>
            <a:rPr lang="fr-FR" sz="1400" b="1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Bilan </a:t>
          </a:r>
          <a:endParaRPr lang="fr-FR" sz="800" b="1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01047A68-035F-4F40-9003-AA33C3384389}" type="parTrans" cxnId="{4D57CB47-247E-44D1-BF1A-10975D66E3FF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E116D141-AF93-46E2-93D3-D064EE1A5AE5}" type="sibTrans" cxnId="{4D57CB47-247E-44D1-BF1A-10975D66E3FF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09B26E96-3C67-4FBD-B29A-4C121F7BCCF0}" type="pres">
      <dgm:prSet presAssocID="{DC348AF8-51D9-481A-8B70-9367988FE7B5}" presName="Name0" presStyleCnt="0">
        <dgm:presLayoutVars>
          <dgm:dir/>
          <dgm:resizeHandles val="exact"/>
        </dgm:presLayoutVars>
      </dgm:prSet>
      <dgm:spPr/>
    </dgm:pt>
    <dgm:pt modelId="{7F8C3C3E-0442-4ECD-AF56-AA5115CBD453}" type="pres">
      <dgm:prSet presAssocID="{D7D3EFFE-2FFE-4B74-8F2E-035FCBDCEF4B}" presName="parTxOnly" presStyleLbl="node1" presStyleIdx="0" presStyleCnt="5" custScaleX="127706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072EB2B1-4609-4BA6-96C0-6B4F128F7643}" type="pres">
      <dgm:prSet presAssocID="{171309EE-4FB4-4CCE-B321-EF23B0CD3A16}" presName="parSpace" presStyleCnt="0"/>
      <dgm:spPr/>
    </dgm:pt>
    <dgm:pt modelId="{5D4E571A-31D9-48DC-B811-D97638832778}" type="pres">
      <dgm:prSet presAssocID="{E04E02D5-14CC-4DA6-AD1F-2A18A8BD726D}" presName="parTxOnly" presStyleLbl="node1" presStyleIdx="1" presStyleCnt="5" custScaleX="13892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FFB95CC4-9AA4-4FE4-902A-ECB65798ECA5}" type="pres">
      <dgm:prSet presAssocID="{6A0044C8-3E52-4009-8711-5D4154E9AB7C}" presName="parSpace" presStyleCnt="0"/>
      <dgm:spPr/>
    </dgm:pt>
    <dgm:pt modelId="{7B4EDA10-283B-4D2C-AE07-6856C2500E37}" type="pres">
      <dgm:prSet presAssocID="{1A65B276-66D7-4543-B146-8B4C5254EE98}" presName="parTxOnly" presStyleLbl="node1" presStyleIdx="2" presStyleCnt="5" custScaleX="145671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06D4D012-8B6F-4CDF-9C60-E38C9CFBA58F}" type="pres">
      <dgm:prSet presAssocID="{49F5634D-F412-4AC9-AE6B-CEAF7F109A57}" presName="parSpace" presStyleCnt="0"/>
      <dgm:spPr/>
    </dgm:pt>
    <dgm:pt modelId="{C6D383C7-BD7D-47CD-8134-F7BDD08963C0}" type="pres">
      <dgm:prSet presAssocID="{1BEF75F8-84F2-41E0-A324-AC6221199725}" presName="parTxOnly" presStyleLbl="node1" presStyleIdx="3" presStyleCnt="5" custScaleX="12704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B045F45-F5E4-4E9B-B8B8-1F7E1BF53E00}" type="pres">
      <dgm:prSet presAssocID="{A49280D6-D69E-454A-BF7C-DAC7B208CC27}" presName="parSpace" presStyleCnt="0"/>
      <dgm:spPr/>
    </dgm:pt>
    <dgm:pt modelId="{8121185C-719C-4CAD-B4DE-040B9F9AE735}" type="pres">
      <dgm:prSet presAssocID="{4178EB1B-9B29-4DCC-AA31-93704953D2AC}" presName="parTxOnly" presStyleLbl="node1" presStyleIdx="4" presStyleCnt="5" custScaleX="109833" custLinFactNeighborX="-5988" custLinFactNeighborY="998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707A2000-BFA8-4309-ADDA-E0B3D36CA874}" type="presOf" srcId="{1A65B276-66D7-4543-B146-8B4C5254EE98}" destId="{7B4EDA10-283B-4D2C-AE07-6856C2500E37}" srcOrd="0" destOrd="0" presId="urn:microsoft.com/office/officeart/2005/8/layout/hChevron3"/>
    <dgm:cxn modelId="{20D6BD7F-6CFE-4584-A84B-B50886359E37}" type="presOf" srcId="{4178EB1B-9B29-4DCC-AA31-93704953D2AC}" destId="{8121185C-719C-4CAD-B4DE-040B9F9AE735}" srcOrd="0" destOrd="0" presId="urn:microsoft.com/office/officeart/2005/8/layout/hChevron3"/>
    <dgm:cxn modelId="{2D10028A-D462-4C34-A2DD-94558B2BE34C}" type="presOf" srcId="{1BEF75F8-84F2-41E0-A324-AC6221199725}" destId="{C6D383C7-BD7D-47CD-8134-F7BDD08963C0}" srcOrd="0" destOrd="0" presId="urn:microsoft.com/office/officeart/2005/8/layout/hChevron3"/>
    <dgm:cxn modelId="{5C33DAFA-063B-4BC0-B57E-7FAB07108AFD}" srcId="{DC348AF8-51D9-481A-8B70-9367988FE7B5}" destId="{1BEF75F8-84F2-41E0-A324-AC6221199725}" srcOrd="3" destOrd="0" parTransId="{47A63A2C-ABA9-4570-9999-B61DE9159206}" sibTransId="{A49280D6-D69E-454A-BF7C-DAC7B208CC27}"/>
    <dgm:cxn modelId="{3B325703-CCEF-49A7-B36C-834CA26073BF}" srcId="{DC348AF8-51D9-481A-8B70-9367988FE7B5}" destId="{D7D3EFFE-2FFE-4B74-8F2E-035FCBDCEF4B}" srcOrd="0" destOrd="0" parTransId="{162B2F44-05C6-4902-B9C8-95F6057846F6}" sibTransId="{171309EE-4FB4-4CCE-B321-EF23B0CD3A16}"/>
    <dgm:cxn modelId="{55EEB9D7-B81F-434F-AF71-5B76D0DBC92E}" type="presOf" srcId="{DC348AF8-51D9-481A-8B70-9367988FE7B5}" destId="{09B26E96-3C67-4FBD-B29A-4C121F7BCCF0}" srcOrd="0" destOrd="0" presId="urn:microsoft.com/office/officeart/2005/8/layout/hChevron3"/>
    <dgm:cxn modelId="{D6EB5D86-D7C1-4BF7-820C-E404FC7150C7}" type="presOf" srcId="{D7D3EFFE-2FFE-4B74-8F2E-035FCBDCEF4B}" destId="{7F8C3C3E-0442-4ECD-AF56-AA5115CBD453}" srcOrd="0" destOrd="0" presId="urn:microsoft.com/office/officeart/2005/8/layout/hChevron3"/>
    <dgm:cxn modelId="{A87785E2-13FD-4D72-843C-8B4A07A43917}" type="presOf" srcId="{E04E02D5-14CC-4DA6-AD1F-2A18A8BD726D}" destId="{5D4E571A-31D9-48DC-B811-D97638832778}" srcOrd="0" destOrd="0" presId="urn:microsoft.com/office/officeart/2005/8/layout/hChevron3"/>
    <dgm:cxn modelId="{038CB1CA-9F91-461E-93CC-5132EEFB37A8}" srcId="{DC348AF8-51D9-481A-8B70-9367988FE7B5}" destId="{E04E02D5-14CC-4DA6-AD1F-2A18A8BD726D}" srcOrd="1" destOrd="0" parTransId="{F9E873E2-633D-4816-9B5E-62F3CAB120E5}" sibTransId="{6A0044C8-3E52-4009-8711-5D4154E9AB7C}"/>
    <dgm:cxn modelId="{39CF71EF-1E72-4B34-B37D-ADB51E91F2B3}" srcId="{DC348AF8-51D9-481A-8B70-9367988FE7B5}" destId="{1A65B276-66D7-4543-B146-8B4C5254EE98}" srcOrd="2" destOrd="0" parTransId="{480B6B42-3DA4-4BB2-B023-C925D0017DE3}" sibTransId="{49F5634D-F412-4AC9-AE6B-CEAF7F109A57}"/>
    <dgm:cxn modelId="{4D57CB47-247E-44D1-BF1A-10975D66E3FF}" srcId="{DC348AF8-51D9-481A-8B70-9367988FE7B5}" destId="{4178EB1B-9B29-4DCC-AA31-93704953D2AC}" srcOrd="4" destOrd="0" parTransId="{01047A68-035F-4F40-9003-AA33C3384389}" sibTransId="{E116D141-AF93-46E2-93D3-D064EE1A5AE5}"/>
    <dgm:cxn modelId="{448EC21E-2337-42D0-ADE7-25199B99542F}" type="presParOf" srcId="{09B26E96-3C67-4FBD-B29A-4C121F7BCCF0}" destId="{7F8C3C3E-0442-4ECD-AF56-AA5115CBD453}" srcOrd="0" destOrd="0" presId="urn:microsoft.com/office/officeart/2005/8/layout/hChevron3"/>
    <dgm:cxn modelId="{B19D8627-9B2A-4958-AC9C-69535F8DFC9F}" type="presParOf" srcId="{09B26E96-3C67-4FBD-B29A-4C121F7BCCF0}" destId="{072EB2B1-4609-4BA6-96C0-6B4F128F7643}" srcOrd="1" destOrd="0" presId="urn:microsoft.com/office/officeart/2005/8/layout/hChevron3"/>
    <dgm:cxn modelId="{EDB44B2C-CE2D-4484-A126-13A6059F59F4}" type="presParOf" srcId="{09B26E96-3C67-4FBD-B29A-4C121F7BCCF0}" destId="{5D4E571A-31D9-48DC-B811-D97638832778}" srcOrd="2" destOrd="0" presId="urn:microsoft.com/office/officeart/2005/8/layout/hChevron3"/>
    <dgm:cxn modelId="{A76BF5E2-311B-4C29-AAE8-28EF431AB72C}" type="presParOf" srcId="{09B26E96-3C67-4FBD-B29A-4C121F7BCCF0}" destId="{FFB95CC4-9AA4-4FE4-902A-ECB65798ECA5}" srcOrd="3" destOrd="0" presId="urn:microsoft.com/office/officeart/2005/8/layout/hChevron3"/>
    <dgm:cxn modelId="{FDDF2138-B99C-4FA3-BF60-FB60262645DD}" type="presParOf" srcId="{09B26E96-3C67-4FBD-B29A-4C121F7BCCF0}" destId="{7B4EDA10-283B-4D2C-AE07-6856C2500E37}" srcOrd="4" destOrd="0" presId="urn:microsoft.com/office/officeart/2005/8/layout/hChevron3"/>
    <dgm:cxn modelId="{259D1BC8-08AB-443A-9AF7-B42EC879AAAA}" type="presParOf" srcId="{09B26E96-3C67-4FBD-B29A-4C121F7BCCF0}" destId="{06D4D012-8B6F-4CDF-9C60-E38C9CFBA58F}" srcOrd="5" destOrd="0" presId="urn:microsoft.com/office/officeart/2005/8/layout/hChevron3"/>
    <dgm:cxn modelId="{FE899A41-D082-44F7-8A67-AC86BA24A2A7}" type="presParOf" srcId="{09B26E96-3C67-4FBD-B29A-4C121F7BCCF0}" destId="{C6D383C7-BD7D-47CD-8134-F7BDD08963C0}" srcOrd="6" destOrd="0" presId="urn:microsoft.com/office/officeart/2005/8/layout/hChevron3"/>
    <dgm:cxn modelId="{CDD726F3-F96F-400E-97C1-EEE0EF020CE6}" type="presParOf" srcId="{09B26E96-3C67-4FBD-B29A-4C121F7BCCF0}" destId="{DB045F45-F5E4-4E9B-B8B8-1F7E1BF53E00}" srcOrd="7" destOrd="0" presId="urn:microsoft.com/office/officeart/2005/8/layout/hChevron3"/>
    <dgm:cxn modelId="{59AF5535-F200-4F77-B1B3-BEFA1F545477}" type="presParOf" srcId="{09B26E96-3C67-4FBD-B29A-4C121F7BCCF0}" destId="{8121185C-719C-4CAD-B4DE-040B9F9AE735}" srcOrd="8" destOrd="0" presId="urn:microsoft.com/office/officeart/2005/8/layout/hChevron3"/>
  </dgm:cxnLst>
  <dgm:bg/>
  <dgm:whole>
    <a:ln w="3175">
      <a:noFill/>
    </a:ln>
  </dgm:whole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11F9E07C-8766-4A60-BE3D-EB39158176DD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fr-FR"/>
        </a:p>
      </dgm:t>
    </dgm:pt>
    <dgm:pt modelId="{AA7051D8-CBA3-4B61-9BBE-A3D789C0BC23}">
      <dgm:prSet phldrT="[Texte]"/>
      <dgm:spPr/>
      <dgm:t>
        <a:bodyPr/>
        <a:lstStyle/>
        <a:p>
          <a:r>
            <a:rPr lang="fr-FR" dirty="0" smtClean="0"/>
            <a:t>Principe : Zéro modification de l'existant.</a:t>
          </a:r>
          <a:endParaRPr lang="fr-FR" dirty="0"/>
        </a:p>
      </dgm:t>
    </dgm:pt>
    <dgm:pt modelId="{FAF4B99C-B2E5-4A8A-87A5-9511FF97D885}" type="parTrans" cxnId="{9A8AB296-20B2-4646-A576-1CA7EB3DD808}">
      <dgm:prSet/>
      <dgm:spPr/>
      <dgm:t>
        <a:bodyPr/>
        <a:lstStyle/>
        <a:p>
          <a:endParaRPr lang="fr-FR"/>
        </a:p>
      </dgm:t>
    </dgm:pt>
    <dgm:pt modelId="{F103DC90-295F-4026-9BA2-66C531A967C3}" type="sibTrans" cxnId="{9A8AB296-20B2-4646-A576-1CA7EB3DD808}">
      <dgm:prSet/>
      <dgm:spPr/>
      <dgm:t>
        <a:bodyPr/>
        <a:lstStyle/>
        <a:p>
          <a:endParaRPr lang="fr-FR"/>
        </a:p>
      </dgm:t>
    </dgm:pt>
    <dgm:pt modelId="{A575AB80-DBE2-4AE1-8EF7-C3389C89BAA4}">
      <dgm:prSet phldrT="[Texte]"/>
      <dgm:spPr/>
      <dgm:t>
        <a:bodyPr/>
        <a:lstStyle/>
        <a:p>
          <a:r>
            <a:rPr lang="fr-FR" dirty="0" smtClean="0"/>
            <a:t>Solution : Création d'une table satellite abstracts.</a:t>
          </a:r>
          <a:endParaRPr lang="fr-FR" dirty="0"/>
        </a:p>
      </dgm:t>
    </dgm:pt>
    <dgm:pt modelId="{224C9EE9-AFA8-4147-B93A-04E32D613A4B}" type="parTrans" cxnId="{0A20E511-4B3E-478D-B36F-8B3280F7AAF0}">
      <dgm:prSet/>
      <dgm:spPr/>
      <dgm:t>
        <a:bodyPr/>
        <a:lstStyle/>
        <a:p>
          <a:endParaRPr lang="fr-FR"/>
        </a:p>
      </dgm:t>
    </dgm:pt>
    <dgm:pt modelId="{3D448C6B-717E-4CAB-BACC-BC7BFC273A41}" type="sibTrans" cxnId="{0A20E511-4B3E-478D-B36F-8B3280F7AAF0}">
      <dgm:prSet/>
      <dgm:spPr/>
      <dgm:t>
        <a:bodyPr/>
        <a:lstStyle/>
        <a:p>
          <a:endParaRPr lang="fr-FR"/>
        </a:p>
      </dgm:t>
    </dgm:pt>
    <dgm:pt modelId="{FF151E7A-78B6-4A3B-8610-9465CC4388D9}">
      <dgm:prSet phldrT="[Texte]"/>
      <dgm:spPr/>
      <dgm:t>
        <a:bodyPr/>
        <a:lstStyle/>
        <a:p>
          <a:r>
            <a:rPr lang="fr-FR" dirty="0" smtClean="0"/>
            <a:t>Lien : Jointure par Clé Étrangère (FK).</a:t>
          </a:r>
          <a:endParaRPr lang="fr-FR" dirty="0"/>
        </a:p>
      </dgm:t>
    </dgm:pt>
    <dgm:pt modelId="{43005D8F-5F6A-4285-B5B6-81B3886CBBFF}" type="parTrans" cxnId="{ADFCEBBD-A256-4EF0-8ED9-CBB52C074E04}">
      <dgm:prSet/>
      <dgm:spPr/>
      <dgm:t>
        <a:bodyPr/>
        <a:lstStyle/>
        <a:p>
          <a:endParaRPr lang="fr-FR"/>
        </a:p>
      </dgm:t>
    </dgm:pt>
    <dgm:pt modelId="{10DF7EE1-8E2C-4B6A-9BFF-64A8A2499E22}" type="sibTrans" cxnId="{ADFCEBBD-A256-4EF0-8ED9-CBB52C074E04}">
      <dgm:prSet/>
      <dgm:spPr/>
      <dgm:t>
        <a:bodyPr/>
        <a:lstStyle/>
        <a:p>
          <a:endParaRPr lang="fr-FR"/>
        </a:p>
      </dgm:t>
    </dgm:pt>
    <dgm:pt modelId="{EB735C7F-0DC8-49BD-9968-C31F2649FCE4}" type="pres">
      <dgm:prSet presAssocID="{11F9E07C-8766-4A60-BE3D-EB39158176DD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fr-FR"/>
        </a:p>
      </dgm:t>
    </dgm:pt>
    <dgm:pt modelId="{810A6B69-D369-4C95-A726-9FF54E6B61C5}" type="pres">
      <dgm:prSet presAssocID="{11F9E07C-8766-4A60-BE3D-EB39158176DD}" presName="Name1" presStyleCnt="0"/>
      <dgm:spPr/>
    </dgm:pt>
    <dgm:pt modelId="{8EB35EB1-16D1-47CE-B3B6-214443DFD7CF}" type="pres">
      <dgm:prSet presAssocID="{11F9E07C-8766-4A60-BE3D-EB39158176DD}" presName="cycle" presStyleCnt="0"/>
      <dgm:spPr/>
    </dgm:pt>
    <dgm:pt modelId="{3282EC7E-81D3-4E16-9E14-8FD2258A5053}" type="pres">
      <dgm:prSet presAssocID="{11F9E07C-8766-4A60-BE3D-EB39158176DD}" presName="srcNode" presStyleLbl="node1" presStyleIdx="0" presStyleCnt="3"/>
      <dgm:spPr/>
    </dgm:pt>
    <dgm:pt modelId="{B5F4655D-686B-48D5-9930-A817ACCF17E0}" type="pres">
      <dgm:prSet presAssocID="{11F9E07C-8766-4A60-BE3D-EB39158176DD}" presName="conn" presStyleLbl="parChTrans1D2" presStyleIdx="0" presStyleCnt="1"/>
      <dgm:spPr/>
      <dgm:t>
        <a:bodyPr/>
        <a:lstStyle/>
        <a:p>
          <a:endParaRPr lang="fr-FR"/>
        </a:p>
      </dgm:t>
    </dgm:pt>
    <dgm:pt modelId="{8580B0D1-D8CD-468B-BA7A-7CA0ABC6F8BE}" type="pres">
      <dgm:prSet presAssocID="{11F9E07C-8766-4A60-BE3D-EB39158176DD}" presName="extraNode" presStyleLbl="node1" presStyleIdx="0" presStyleCnt="3"/>
      <dgm:spPr/>
    </dgm:pt>
    <dgm:pt modelId="{83C1B8A3-2EA9-4E68-B2E8-224F0A72359B}" type="pres">
      <dgm:prSet presAssocID="{11F9E07C-8766-4A60-BE3D-EB39158176DD}" presName="dstNode" presStyleLbl="node1" presStyleIdx="0" presStyleCnt="3"/>
      <dgm:spPr/>
    </dgm:pt>
    <dgm:pt modelId="{BFC41DA1-D531-4155-9CBF-94BB679FDCFD}" type="pres">
      <dgm:prSet presAssocID="{AA7051D8-CBA3-4B61-9BBE-A3D789C0BC23}" presName="text_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3F3E6E94-0032-4819-97A8-A03579A3891F}" type="pres">
      <dgm:prSet presAssocID="{AA7051D8-CBA3-4B61-9BBE-A3D789C0BC23}" presName="accent_1" presStyleCnt="0"/>
      <dgm:spPr/>
    </dgm:pt>
    <dgm:pt modelId="{487E21D7-2907-4BA6-8879-9DED304F3F81}" type="pres">
      <dgm:prSet presAssocID="{AA7051D8-CBA3-4B61-9BBE-A3D789C0BC23}" presName="accentRepeatNode" presStyleLbl="solidFgAcc1" presStyleIdx="0" presStyleCnt="3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7D81A92D-3640-4AEA-814B-116CA57470B3}" type="pres">
      <dgm:prSet presAssocID="{A575AB80-DBE2-4AE1-8EF7-C3389C89BAA4}" presName="text_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FD4B51E-4522-4C85-B01A-4C312CD38FB0}" type="pres">
      <dgm:prSet presAssocID="{A575AB80-DBE2-4AE1-8EF7-C3389C89BAA4}" presName="accent_2" presStyleCnt="0"/>
      <dgm:spPr/>
    </dgm:pt>
    <dgm:pt modelId="{46E53961-BA82-4D30-B7E7-A8AAB1615DAF}" type="pres">
      <dgm:prSet presAssocID="{A575AB80-DBE2-4AE1-8EF7-C3389C89BAA4}" presName="accentRepeatNode" presStyleLbl="solidFgAcc1" presStyleIdx="1" presStyleCnt="3"/>
      <dgm:spPr>
        <a:blipFill rotWithShape="0">
          <a:blip xmlns:r="http://schemas.openxmlformats.org/officeDocument/2006/relationships" r:embed="rId2"/>
          <a:stretch>
            <a:fillRect/>
          </a:stretch>
        </a:blipFill>
      </dgm:spPr>
    </dgm:pt>
    <dgm:pt modelId="{A43F747F-D6A2-4AAA-A05C-99F4B66C232B}" type="pres">
      <dgm:prSet presAssocID="{FF151E7A-78B6-4A3B-8610-9465CC4388D9}" presName="text_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0824A604-9230-4596-B978-AF2A6373C105}" type="pres">
      <dgm:prSet presAssocID="{FF151E7A-78B6-4A3B-8610-9465CC4388D9}" presName="accent_3" presStyleCnt="0"/>
      <dgm:spPr/>
    </dgm:pt>
    <dgm:pt modelId="{F1FA5A8D-9A2C-428D-8AC4-08C3E2B1EF13}" type="pres">
      <dgm:prSet presAssocID="{FF151E7A-78B6-4A3B-8610-9465CC4388D9}" presName="accentRepeatNode" presStyleLbl="solidFgAcc1" presStyleIdx="2" presStyleCnt="3"/>
      <dgm:spPr>
        <a:blipFill rotWithShape="0">
          <a:blip xmlns:r="http://schemas.openxmlformats.org/officeDocument/2006/relationships" r:embed="rId3"/>
          <a:stretch>
            <a:fillRect/>
          </a:stretch>
        </a:blipFill>
      </dgm:spPr>
    </dgm:pt>
  </dgm:ptLst>
  <dgm:cxnLst>
    <dgm:cxn modelId="{F73E1312-82FA-489E-8A12-D6C8B474D22A}" type="presOf" srcId="{FF151E7A-78B6-4A3B-8610-9465CC4388D9}" destId="{A43F747F-D6A2-4AAA-A05C-99F4B66C232B}" srcOrd="0" destOrd="0" presId="urn:microsoft.com/office/officeart/2008/layout/VerticalCurvedList"/>
    <dgm:cxn modelId="{4A8FDCC6-E752-4A32-89CD-1EC450723BA2}" type="presOf" srcId="{AA7051D8-CBA3-4B61-9BBE-A3D789C0BC23}" destId="{BFC41DA1-D531-4155-9CBF-94BB679FDCFD}" srcOrd="0" destOrd="0" presId="urn:microsoft.com/office/officeart/2008/layout/VerticalCurvedList"/>
    <dgm:cxn modelId="{51D6E4D6-D2D4-479F-A6B4-FA61AD20376F}" type="presOf" srcId="{11F9E07C-8766-4A60-BE3D-EB39158176DD}" destId="{EB735C7F-0DC8-49BD-9968-C31F2649FCE4}" srcOrd="0" destOrd="0" presId="urn:microsoft.com/office/officeart/2008/layout/VerticalCurvedList"/>
    <dgm:cxn modelId="{90B4E069-F6B9-485C-B3AA-985DC00E267B}" type="presOf" srcId="{A575AB80-DBE2-4AE1-8EF7-C3389C89BAA4}" destId="{7D81A92D-3640-4AEA-814B-116CA57470B3}" srcOrd="0" destOrd="0" presId="urn:microsoft.com/office/officeart/2008/layout/VerticalCurvedList"/>
    <dgm:cxn modelId="{ADFCEBBD-A256-4EF0-8ED9-CBB52C074E04}" srcId="{11F9E07C-8766-4A60-BE3D-EB39158176DD}" destId="{FF151E7A-78B6-4A3B-8610-9465CC4388D9}" srcOrd="2" destOrd="0" parTransId="{43005D8F-5F6A-4285-B5B6-81B3886CBBFF}" sibTransId="{10DF7EE1-8E2C-4B6A-9BFF-64A8A2499E22}"/>
    <dgm:cxn modelId="{0A20E511-4B3E-478D-B36F-8B3280F7AAF0}" srcId="{11F9E07C-8766-4A60-BE3D-EB39158176DD}" destId="{A575AB80-DBE2-4AE1-8EF7-C3389C89BAA4}" srcOrd="1" destOrd="0" parTransId="{224C9EE9-AFA8-4147-B93A-04E32D613A4B}" sibTransId="{3D448C6B-717E-4CAB-BACC-BC7BFC273A41}"/>
    <dgm:cxn modelId="{C364CFDE-F48C-41DA-AB9B-A691FAE8CC7B}" type="presOf" srcId="{F103DC90-295F-4026-9BA2-66C531A967C3}" destId="{B5F4655D-686B-48D5-9930-A817ACCF17E0}" srcOrd="0" destOrd="0" presId="urn:microsoft.com/office/officeart/2008/layout/VerticalCurvedList"/>
    <dgm:cxn modelId="{9A8AB296-20B2-4646-A576-1CA7EB3DD808}" srcId="{11F9E07C-8766-4A60-BE3D-EB39158176DD}" destId="{AA7051D8-CBA3-4B61-9BBE-A3D789C0BC23}" srcOrd="0" destOrd="0" parTransId="{FAF4B99C-B2E5-4A8A-87A5-9511FF97D885}" sibTransId="{F103DC90-295F-4026-9BA2-66C531A967C3}"/>
    <dgm:cxn modelId="{A4ED764A-317D-4983-8392-DAD25DC848B2}" type="presParOf" srcId="{EB735C7F-0DC8-49BD-9968-C31F2649FCE4}" destId="{810A6B69-D369-4C95-A726-9FF54E6B61C5}" srcOrd="0" destOrd="0" presId="urn:microsoft.com/office/officeart/2008/layout/VerticalCurvedList"/>
    <dgm:cxn modelId="{6E56760F-2728-4E07-9E4E-84D525EE8FC0}" type="presParOf" srcId="{810A6B69-D369-4C95-A726-9FF54E6B61C5}" destId="{8EB35EB1-16D1-47CE-B3B6-214443DFD7CF}" srcOrd="0" destOrd="0" presId="urn:microsoft.com/office/officeart/2008/layout/VerticalCurvedList"/>
    <dgm:cxn modelId="{F87E7088-6332-4039-B9BB-10930246BF67}" type="presParOf" srcId="{8EB35EB1-16D1-47CE-B3B6-214443DFD7CF}" destId="{3282EC7E-81D3-4E16-9E14-8FD2258A5053}" srcOrd="0" destOrd="0" presId="urn:microsoft.com/office/officeart/2008/layout/VerticalCurvedList"/>
    <dgm:cxn modelId="{6494753E-6918-4388-89F8-9FD3BB71B7AE}" type="presParOf" srcId="{8EB35EB1-16D1-47CE-B3B6-214443DFD7CF}" destId="{B5F4655D-686B-48D5-9930-A817ACCF17E0}" srcOrd="1" destOrd="0" presId="urn:microsoft.com/office/officeart/2008/layout/VerticalCurvedList"/>
    <dgm:cxn modelId="{C1C97D80-CA25-44ED-ACA2-EEEEFF04C5BF}" type="presParOf" srcId="{8EB35EB1-16D1-47CE-B3B6-214443DFD7CF}" destId="{8580B0D1-D8CD-468B-BA7A-7CA0ABC6F8BE}" srcOrd="2" destOrd="0" presId="urn:microsoft.com/office/officeart/2008/layout/VerticalCurvedList"/>
    <dgm:cxn modelId="{11EFB184-5150-45A0-B603-D406D99ACD93}" type="presParOf" srcId="{8EB35EB1-16D1-47CE-B3B6-214443DFD7CF}" destId="{83C1B8A3-2EA9-4E68-B2E8-224F0A72359B}" srcOrd="3" destOrd="0" presId="urn:microsoft.com/office/officeart/2008/layout/VerticalCurvedList"/>
    <dgm:cxn modelId="{0E0D5E03-C1E4-40D9-A757-10D5D70B050E}" type="presParOf" srcId="{810A6B69-D369-4C95-A726-9FF54E6B61C5}" destId="{BFC41DA1-D531-4155-9CBF-94BB679FDCFD}" srcOrd="1" destOrd="0" presId="urn:microsoft.com/office/officeart/2008/layout/VerticalCurvedList"/>
    <dgm:cxn modelId="{590264E7-7A57-43AC-B3C2-A4209549AE2A}" type="presParOf" srcId="{810A6B69-D369-4C95-A726-9FF54E6B61C5}" destId="{3F3E6E94-0032-4819-97A8-A03579A3891F}" srcOrd="2" destOrd="0" presId="urn:microsoft.com/office/officeart/2008/layout/VerticalCurvedList"/>
    <dgm:cxn modelId="{F0C14B26-B348-4B16-BAAE-32A6F8532DCA}" type="presParOf" srcId="{3F3E6E94-0032-4819-97A8-A03579A3891F}" destId="{487E21D7-2907-4BA6-8879-9DED304F3F81}" srcOrd="0" destOrd="0" presId="urn:microsoft.com/office/officeart/2008/layout/VerticalCurvedList"/>
    <dgm:cxn modelId="{76868863-D5E1-4350-928C-B741BB1F42C2}" type="presParOf" srcId="{810A6B69-D369-4C95-A726-9FF54E6B61C5}" destId="{7D81A92D-3640-4AEA-814B-116CA57470B3}" srcOrd="3" destOrd="0" presId="urn:microsoft.com/office/officeart/2008/layout/VerticalCurvedList"/>
    <dgm:cxn modelId="{E2B7CD0C-1EAC-418E-8F76-0C518412EDA7}" type="presParOf" srcId="{810A6B69-D369-4C95-A726-9FF54E6B61C5}" destId="{8FD4B51E-4522-4C85-B01A-4C312CD38FB0}" srcOrd="4" destOrd="0" presId="urn:microsoft.com/office/officeart/2008/layout/VerticalCurvedList"/>
    <dgm:cxn modelId="{DDFB209D-3BE0-4BF0-A8BF-EBB6F4F80B02}" type="presParOf" srcId="{8FD4B51E-4522-4C85-B01A-4C312CD38FB0}" destId="{46E53961-BA82-4D30-B7E7-A8AAB1615DAF}" srcOrd="0" destOrd="0" presId="urn:microsoft.com/office/officeart/2008/layout/VerticalCurvedList"/>
    <dgm:cxn modelId="{77352764-23C3-4606-B1B9-57EC17262237}" type="presParOf" srcId="{810A6B69-D369-4C95-A726-9FF54E6B61C5}" destId="{A43F747F-D6A2-4AAA-A05C-99F4B66C232B}" srcOrd="5" destOrd="0" presId="urn:microsoft.com/office/officeart/2008/layout/VerticalCurvedList"/>
    <dgm:cxn modelId="{953C51AC-B3BA-42AB-A4CE-1B9F4C8CD6D1}" type="presParOf" srcId="{810A6B69-D369-4C95-A726-9FF54E6B61C5}" destId="{0824A604-9230-4596-B978-AF2A6373C105}" srcOrd="6" destOrd="0" presId="urn:microsoft.com/office/officeart/2008/layout/VerticalCurvedList"/>
    <dgm:cxn modelId="{922961C4-3BF4-4DEC-B06D-69905AA8ED92}" type="presParOf" srcId="{0824A604-9230-4596-B978-AF2A6373C105}" destId="{F1FA5A8D-9A2C-428D-8AC4-08C3E2B1EF13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DC348AF8-51D9-481A-8B70-9367988FE7B5}" type="doc">
      <dgm:prSet loTypeId="urn:microsoft.com/office/officeart/2005/8/layout/hChevron3" loCatId="process" qsTypeId="urn:microsoft.com/office/officeart/2005/8/quickstyle/simple1" qsCatId="simple" csTypeId="urn:microsoft.com/office/officeart/2005/8/colors/accent3_2" csCatId="accent3" phldr="1"/>
      <dgm:spPr/>
    </dgm:pt>
    <dgm:pt modelId="{D7D3EFFE-2FFE-4B74-8F2E-035FCBDCEF4B}">
      <dgm:prSet phldrT="[Texte]" custT="1"/>
      <dgm:spPr>
        <a:solidFill>
          <a:srgbClr val="265991"/>
        </a:solidFill>
      </dgm:spPr>
      <dgm:t>
        <a:bodyPr/>
        <a:lstStyle/>
        <a:p>
          <a:r>
            <a:rPr lang="fr-FR" sz="1400" b="1" cap="none" spc="50" dirty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Contexte</a:t>
          </a:r>
        </a:p>
      </dgm:t>
    </dgm:pt>
    <dgm:pt modelId="{162B2F44-05C6-4902-B9C8-95F6057846F6}" type="parTrans" cxnId="{3B325703-CCEF-49A7-B36C-834CA26073BF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171309EE-4FB4-4CCE-B321-EF23B0CD3A16}" type="sibTrans" cxnId="{3B325703-CCEF-49A7-B36C-834CA26073BF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E04E02D5-14CC-4DA6-AD1F-2A18A8BD726D}">
      <dgm:prSet phldrT="[Texte]" custT="1"/>
      <dgm:spPr>
        <a:solidFill>
          <a:srgbClr val="265991"/>
        </a:solidFill>
      </dgm:spPr>
      <dgm:t>
        <a:bodyPr/>
        <a:lstStyle/>
        <a:p>
          <a:r>
            <a:rPr lang="fr-FR" sz="1400" b="1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Problématique</a:t>
          </a:r>
          <a:endParaRPr lang="fr-FR" sz="1400" b="1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F9E873E2-633D-4816-9B5E-62F3CAB120E5}" type="parTrans" cxnId="{038CB1CA-9F91-461E-93CC-5132EEFB37A8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6A0044C8-3E52-4009-8711-5D4154E9AB7C}" type="sibTrans" cxnId="{038CB1CA-9F91-461E-93CC-5132EEFB37A8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1A65B276-66D7-4543-B146-8B4C5254EE98}">
      <dgm:prSet custT="1"/>
      <dgm:spPr>
        <a:solidFill>
          <a:srgbClr val="265991"/>
        </a:solidFill>
      </dgm:spPr>
      <dgm:t>
        <a:bodyPr/>
        <a:lstStyle/>
        <a:p>
          <a:r>
            <a:rPr lang="fr-FR" sz="1400" b="1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Conception</a:t>
          </a:r>
          <a:endParaRPr lang="fr-FR" sz="1400" b="1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480B6B42-3DA4-4BB2-B023-C925D0017DE3}" type="parTrans" cxnId="{39CF71EF-1E72-4B34-B37D-ADB51E91F2B3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49F5634D-F412-4AC9-AE6B-CEAF7F109A57}" type="sibTrans" cxnId="{39CF71EF-1E72-4B34-B37D-ADB51E91F2B3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1BEF75F8-84F2-41E0-A324-AC6221199725}">
      <dgm:prSet custT="1"/>
      <dgm:spPr>
        <a:solidFill>
          <a:srgbClr val="C00000"/>
        </a:solidFill>
      </dgm:spPr>
      <dgm:t>
        <a:bodyPr/>
        <a:lstStyle/>
        <a:p>
          <a:r>
            <a:rPr lang="fr-FR" sz="1400" b="1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Organisation</a:t>
          </a:r>
          <a:endParaRPr lang="fr-FR" sz="1400" b="1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47A63A2C-ABA9-4570-9999-B61DE9159206}" type="parTrans" cxnId="{5C33DAFA-063B-4BC0-B57E-7FAB07108AFD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A49280D6-D69E-454A-BF7C-DAC7B208CC27}" type="sibTrans" cxnId="{5C33DAFA-063B-4BC0-B57E-7FAB07108AFD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4178EB1B-9B29-4DCC-AA31-93704953D2AC}">
      <dgm:prSet custT="1"/>
      <dgm:spPr/>
      <dgm:t>
        <a:bodyPr/>
        <a:lstStyle/>
        <a:p>
          <a:r>
            <a:rPr lang="fr-FR" sz="1400" b="1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Bilan </a:t>
          </a:r>
          <a:endParaRPr lang="fr-FR" sz="800" b="1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01047A68-035F-4F40-9003-AA33C3384389}" type="parTrans" cxnId="{4D57CB47-247E-44D1-BF1A-10975D66E3FF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E116D141-AF93-46E2-93D3-D064EE1A5AE5}" type="sibTrans" cxnId="{4D57CB47-247E-44D1-BF1A-10975D66E3FF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09B26E96-3C67-4FBD-B29A-4C121F7BCCF0}" type="pres">
      <dgm:prSet presAssocID="{DC348AF8-51D9-481A-8B70-9367988FE7B5}" presName="Name0" presStyleCnt="0">
        <dgm:presLayoutVars>
          <dgm:dir/>
          <dgm:resizeHandles val="exact"/>
        </dgm:presLayoutVars>
      </dgm:prSet>
      <dgm:spPr/>
    </dgm:pt>
    <dgm:pt modelId="{7F8C3C3E-0442-4ECD-AF56-AA5115CBD453}" type="pres">
      <dgm:prSet presAssocID="{D7D3EFFE-2FFE-4B74-8F2E-035FCBDCEF4B}" presName="parTxOnly" presStyleLbl="node1" presStyleIdx="0" presStyleCnt="5" custScaleX="127706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072EB2B1-4609-4BA6-96C0-6B4F128F7643}" type="pres">
      <dgm:prSet presAssocID="{171309EE-4FB4-4CCE-B321-EF23B0CD3A16}" presName="parSpace" presStyleCnt="0"/>
      <dgm:spPr/>
    </dgm:pt>
    <dgm:pt modelId="{5D4E571A-31D9-48DC-B811-D97638832778}" type="pres">
      <dgm:prSet presAssocID="{E04E02D5-14CC-4DA6-AD1F-2A18A8BD726D}" presName="parTxOnly" presStyleLbl="node1" presStyleIdx="1" presStyleCnt="5" custScaleX="13892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FFB95CC4-9AA4-4FE4-902A-ECB65798ECA5}" type="pres">
      <dgm:prSet presAssocID="{6A0044C8-3E52-4009-8711-5D4154E9AB7C}" presName="parSpace" presStyleCnt="0"/>
      <dgm:spPr/>
    </dgm:pt>
    <dgm:pt modelId="{7B4EDA10-283B-4D2C-AE07-6856C2500E37}" type="pres">
      <dgm:prSet presAssocID="{1A65B276-66D7-4543-B146-8B4C5254EE98}" presName="parTxOnly" presStyleLbl="node1" presStyleIdx="2" presStyleCnt="5" custScaleX="145671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06D4D012-8B6F-4CDF-9C60-E38C9CFBA58F}" type="pres">
      <dgm:prSet presAssocID="{49F5634D-F412-4AC9-AE6B-CEAF7F109A57}" presName="parSpace" presStyleCnt="0"/>
      <dgm:spPr/>
    </dgm:pt>
    <dgm:pt modelId="{C6D383C7-BD7D-47CD-8134-F7BDD08963C0}" type="pres">
      <dgm:prSet presAssocID="{1BEF75F8-84F2-41E0-A324-AC6221199725}" presName="parTxOnly" presStyleLbl="node1" presStyleIdx="3" presStyleCnt="5" custScaleX="12704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B045F45-F5E4-4E9B-B8B8-1F7E1BF53E00}" type="pres">
      <dgm:prSet presAssocID="{A49280D6-D69E-454A-BF7C-DAC7B208CC27}" presName="parSpace" presStyleCnt="0"/>
      <dgm:spPr/>
    </dgm:pt>
    <dgm:pt modelId="{8121185C-719C-4CAD-B4DE-040B9F9AE735}" type="pres">
      <dgm:prSet presAssocID="{4178EB1B-9B29-4DCC-AA31-93704953D2AC}" presName="parTxOnly" presStyleLbl="node1" presStyleIdx="4" presStyleCnt="5" custScaleX="109833" custLinFactNeighborX="-5988" custLinFactNeighborY="998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707A2000-BFA8-4309-ADDA-E0B3D36CA874}" type="presOf" srcId="{1A65B276-66D7-4543-B146-8B4C5254EE98}" destId="{7B4EDA10-283B-4D2C-AE07-6856C2500E37}" srcOrd="0" destOrd="0" presId="urn:microsoft.com/office/officeart/2005/8/layout/hChevron3"/>
    <dgm:cxn modelId="{20D6BD7F-6CFE-4584-A84B-B50886359E37}" type="presOf" srcId="{4178EB1B-9B29-4DCC-AA31-93704953D2AC}" destId="{8121185C-719C-4CAD-B4DE-040B9F9AE735}" srcOrd="0" destOrd="0" presId="urn:microsoft.com/office/officeart/2005/8/layout/hChevron3"/>
    <dgm:cxn modelId="{2D10028A-D462-4C34-A2DD-94558B2BE34C}" type="presOf" srcId="{1BEF75F8-84F2-41E0-A324-AC6221199725}" destId="{C6D383C7-BD7D-47CD-8134-F7BDD08963C0}" srcOrd="0" destOrd="0" presId="urn:microsoft.com/office/officeart/2005/8/layout/hChevron3"/>
    <dgm:cxn modelId="{5C33DAFA-063B-4BC0-B57E-7FAB07108AFD}" srcId="{DC348AF8-51D9-481A-8B70-9367988FE7B5}" destId="{1BEF75F8-84F2-41E0-A324-AC6221199725}" srcOrd="3" destOrd="0" parTransId="{47A63A2C-ABA9-4570-9999-B61DE9159206}" sibTransId="{A49280D6-D69E-454A-BF7C-DAC7B208CC27}"/>
    <dgm:cxn modelId="{3B325703-CCEF-49A7-B36C-834CA26073BF}" srcId="{DC348AF8-51D9-481A-8B70-9367988FE7B5}" destId="{D7D3EFFE-2FFE-4B74-8F2E-035FCBDCEF4B}" srcOrd="0" destOrd="0" parTransId="{162B2F44-05C6-4902-B9C8-95F6057846F6}" sibTransId="{171309EE-4FB4-4CCE-B321-EF23B0CD3A16}"/>
    <dgm:cxn modelId="{55EEB9D7-B81F-434F-AF71-5B76D0DBC92E}" type="presOf" srcId="{DC348AF8-51D9-481A-8B70-9367988FE7B5}" destId="{09B26E96-3C67-4FBD-B29A-4C121F7BCCF0}" srcOrd="0" destOrd="0" presId="urn:microsoft.com/office/officeart/2005/8/layout/hChevron3"/>
    <dgm:cxn modelId="{D6EB5D86-D7C1-4BF7-820C-E404FC7150C7}" type="presOf" srcId="{D7D3EFFE-2FFE-4B74-8F2E-035FCBDCEF4B}" destId="{7F8C3C3E-0442-4ECD-AF56-AA5115CBD453}" srcOrd="0" destOrd="0" presId="urn:microsoft.com/office/officeart/2005/8/layout/hChevron3"/>
    <dgm:cxn modelId="{A87785E2-13FD-4D72-843C-8B4A07A43917}" type="presOf" srcId="{E04E02D5-14CC-4DA6-AD1F-2A18A8BD726D}" destId="{5D4E571A-31D9-48DC-B811-D97638832778}" srcOrd="0" destOrd="0" presId="urn:microsoft.com/office/officeart/2005/8/layout/hChevron3"/>
    <dgm:cxn modelId="{038CB1CA-9F91-461E-93CC-5132EEFB37A8}" srcId="{DC348AF8-51D9-481A-8B70-9367988FE7B5}" destId="{E04E02D5-14CC-4DA6-AD1F-2A18A8BD726D}" srcOrd="1" destOrd="0" parTransId="{F9E873E2-633D-4816-9B5E-62F3CAB120E5}" sibTransId="{6A0044C8-3E52-4009-8711-5D4154E9AB7C}"/>
    <dgm:cxn modelId="{39CF71EF-1E72-4B34-B37D-ADB51E91F2B3}" srcId="{DC348AF8-51D9-481A-8B70-9367988FE7B5}" destId="{1A65B276-66D7-4543-B146-8B4C5254EE98}" srcOrd="2" destOrd="0" parTransId="{480B6B42-3DA4-4BB2-B023-C925D0017DE3}" sibTransId="{49F5634D-F412-4AC9-AE6B-CEAF7F109A57}"/>
    <dgm:cxn modelId="{4D57CB47-247E-44D1-BF1A-10975D66E3FF}" srcId="{DC348AF8-51D9-481A-8B70-9367988FE7B5}" destId="{4178EB1B-9B29-4DCC-AA31-93704953D2AC}" srcOrd="4" destOrd="0" parTransId="{01047A68-035F-4F40-9003-AA33C3384389}" sibTransId="{E116D141-AF93-46E2-93D3-D064EE1A5AE5}"/>
    <dgm:cxn modelId="{448EC21E-2337-42D0-ADE7-25199B99542F}" type="presParOf" srcId="{09B26E96-3C67-4FBD-B29A-4C121F7BCCF0}" destId="{7F8C3C3E-0442-4ECD-AF56-AA5115CBD453}" srcOrd="0" destOrd="0" presId="urn:microsoft.com/office/officeart/2005/8/layout/hChevron3"/>
    <dgm:cxn modelId="{B19D8627-9B2A-4958-AC9C-69535F8DFC9F}" type="presParOf" srcId="{09B26E96-3C67-4FBD-B29A-4C121F7BCCF0}" destId="{072EB2B1-4609-4BA6-96C0-6B4F128F7643}" srcOrd="1" destOrd="0" presId="urn:microsoft.com/office/officeart/2005/8/layout/hChevron3"/>
    <dgm:cxn modelId="{EDB44B2C-CE2D-4484-A126-13A6059F59F4}" type="presParOf" srcId="{09B26E96-3C67-4FBD-B29A-4C121F7BCCF0}" destId="{5D4E571A-31D9-48DC-B811-D97638832778}" srcOrd="2" destOrd="0" presId="urn:microsoft.com/office/officeart/2005/8/layout/hChevron3"/>
    <dgm:cxn modelId="{A76BF5E2-311B-4C29-AAE8-28EF431AB72C}" type="presParOf" srcId="{09B26E96-3C67-4FBD-B29A-4C121F7BCCF0}" destId="{FFB95CC4-9AA4-4FE4-902A-ECB65798ECA5}" srcOrd="3" destOrd="0" presId="urn:microsoft.com/office/officeart/2005/8/layout/hChevron3"/>
    <dgm:cxn modelId="{FDDF2138-B99C-4FA3-BF60-FB60262645DD}" type="presParOf" srcId="{09B26E96-3C67-4FBD-B29A-4C121F7BCCF0}" destId="{7B4EDA10-283B-4D2C-AE07-6856C2500E37}" srcOrd="4" destOrd="0" presId="urn:microsoft.com/office/officeart/2005/8/layout/hChevron3"/>
    <dgm:cxn modelId="{259D1BC8-08AB-443A-9AF7-B42EC879AAAA}" type="presParOf" srcId="{09B26E96-3C67-4FBD-B29A-4C121F7BCCF0}" destId="{06D4D012-8B6F-4CDF-9C60-E38C9CFBA58F}" srcOrd="5" destOrd="0" presId="urn:microsoft.com/office/officeart/2005/8/layout/hChevron3"/>
    <dgm:cxn modelId="{FE899A41-D082-44F7-8A67-AC86BA24A2A7}" type="presParOf" srcId="{09B26E96-3C67-4FBD-B29A-4C121F7BCCF0}" destId="{C6D383C7-BD7D-47CD-8134-F7BDD08963C0}" srcOrd="6" destOrd="0" presId="urn:microsoft.com/office/officeart/2005/8/layout/hChevron3"/>
    <dgm:cxn modelId="{CDD726F3-F96F-400E-97C1-EEE0EF020CE6}" type="presParOf" srcId="{09B26E96-3C67-4FBD-B29A-4C121F7BCCF0}" destId="{DB045F45-F5E4-4E9B-B8B8-1F7E1BF53E00}" srcOrd="7" destOrd="0" presId="urn:microsoft.com/office/officeart/2005/8/layout/hChevron3"/>
    <dgm:cxn modelId="{59AF5535-F200-4F77-B1B3-BEFA1F545477}" type="presParOf" srcId="{09B26E96-3C67-4FBD-B29A-4C121F7BCCF0}" destId="{8121185C-719C-4CAD-B4DE-040B9F9AE735}" srcOrd="8" destOrd="0" presId="urn:microsoft.com/office/officeart/2005/8/layout/hChevron3"/>
  </dgm:cxnLst>
  <dgm:bg/>
  <dgm:whole>
    <a:ln w="3175">
      <a:noFill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DC348AF8-51D9-481A-8B70-9367988FE7B5}" type="doc">
      <dgm:prSet loTypeId="urn:microsoft.com/office/officeart/2005/8/layout/hChevron3" loCatId="process" qsTypeId="urn:microsoft.com/office/officeart/2005/8/quickstyle/simple1" qsCatId="simple" csTypeId="urn:microsoft.com/office/officeart/2005/8/colors/accent3_2" csCatId="accent3" phldr="1"/>
      <dgm:spPr/>
    </dgm:pt>
    <dgm:pt modelId="{D7D3EFFE-2FFE-4B74-8F2E-035FCBDCEF4B}">
      <dgm:prSet phldrT="[Texte]" custT="1"/>
      <dgm:spPr>
        <a:solidFill>
          <a:srgbClr val="265991"/>
        </a:solidFill>
      </dgm:spPr>
      <dgm:t>
        <a:bodyPr/>
        <a:lstStyle/>
        <a:p>
          <a:r>
            <a:rPr lang="fr-FR" sz="1400" b="1" cap="none" spc="50" dirty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Contexte</a:t>
          </a:r>
        </a:p>
      </dgm:t>
    </dgm:pt>
    <dgm:pt modelId="{162B2F44-05C6-4902-B9C8-95F6057846F6}" type="parTrans" cxnId="{3B325703-CCEF-49A7-B36C-834CA26073BF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171309EE-4FB4-4CCE-B321-EF23B0CD3A16}" type="sibTrans" cxnId="{3B325703-CCEF-49A7-B36C-834CA26073BF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E04E02D5-14CC-4DA6-AD1F-2A18A8BD726D}">
      <dgm:prSet phldrT="[Texte]" custT="1"/>
      <dgm:spPr>
        <a:solidFill>
          <a:srgbClr val="265991"/>
        </a:solidFill>
      </dgm:spPr>
      <dgm:t>
        <a:bodyPr/>
        <a:lstStyle/>
        <a:p>
          <a:r>
            <a:rPr lang="fr-FR" sz="1400" b="1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Problématique</a:t>
          </a:r>
          <a:endParaRPr lang="fr-FR" sz="1400" b="1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F9E873E2-633D-4816-9B5E-62F3CAB120E5}" type="parTrans" cxnId="{038CB1CA-9F91-461E-93CC-5132EEFB37A8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6A0044C8-3E52-4009-8711-5D4154E9AB7C}" type="sibTrans" cxnId="{038CB1CA-9F91-461E-93CC-5132EEFB37A8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1A65B276-66D7-4543-B146-8B4C5254EE98}">
      <dgm:prSet custT="1"/>
      <dgm:spPr>
        <a:solidFill>
          <a:srgbClr val="265991"/>
        </a:solidFill>
      </dgm:spPr>
      <dgm:t>
        <a:bodyPr/>
        <a:lstStyle/>
        <a:p>
          <a:r>
            <a:rPr lang="fr-FR" sz="1400" b="1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Conception</a:t>
          </a:r>
          <a:endParaRPr lang="fr-FR" sz="1400" b="1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480B6B42-3DA4-4BB2-B023-C925D0017DE3}" type="parTrans" cxnId="{39CF71EF-1E72-4B34-B37D-ADB51E91F2B3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49F5634D-F412-4AC9-AE6B-CEAF7F109A57}" type="sibTrans" cxnId="{39CF71EF-1E72-4B34-B37D-ADB51E91F2B3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1BEF75F8-84F2-41E0-A324-AC6221199725}">
      <dgm:prSet custT="1"/>
      <dgm:spPr>
        <a:solidFill>
          <a:srgbClr val="C00000"/>
        </a:solidFill>
      </dgm:spPr>
      <dgm:t>
        <a:bodyPr/>
        <a:lstStyle/>
        <a:p>
          <a:r>
            <a:rPr lang="fr-FR" sz="1400" b="1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Organisation</a:t>
          </a:r>
          <a:endParaRPr lang="fr-FR" sz="1400" b="1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47A63A2C-ABA9-4570-9999-B61DE9159206}" type="parTrans" cxnId="{5C33DAFA-063B-4BC0-B57E-7FAB07108AFD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A49280D6-D69E-454A-BF7C-DAC7B208CC27}" type="sibTrans" cxnId="{5C33DAFA-063B-4BC0-B57E-7FAB07108AFD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4178EB1B-9B29-4DCC-AA31-93704953D2AC}">
      <dgm:prSet custT="1"/>
      <dgm:spPr/>
      <dgm:t>
        <a:bodyPr/>
        <a:lstStyle/>
        <a:p>
          <a:r>
            <a:rPr lang="fr-FR" sz="1400" b="1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Bilan </a:t>
          </a:r>
          <a:endParaRPr lang="fr-FR" sz="800" b="1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01047A68-035F-4F40-9003-AA33C3384389}" type="parTrans" cxnId="{4D57CB47-247E-44D1-BF1A-10975D66E3FF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E116D141-AF93-46E2-93D3-D064EE1A5AE5}" type="sibTrans" cxnId="{4D57CB47-247E-44D1-BF1A-10975D66E3FF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09B26E96-3C67-4FBD-B29A-4C121F7BCCF0}" type="pres">
      <dgm:prSet presAssocID="{DC348AF8-51D9-481A-8B70-9367988FE7B5}" presName="Name0" presStyleCnt="0">
        <dgm:presLayoutVars>
          <dgm:dir/>
          <dgm:resizeHandles val="exact"/>
        </dgm:presLayoutVars>
      </dgm:prSet>
      <dgm:spPr/>
    </dgm:pt>
    <dgm:pt modelId="{7F8C3C3E-0442-4ECD-AF56-AA5115CBD453}" type="pres">
      <dgm:prSet presAssocID="{D7D3EFFE-2FFE-4B74-8F2E-035FCBDCEF4B}" presName="parTxOnly" presStyleLbl="node1" presStyleIdx="0" presStyleCnt="5" custScaleX="127706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072EB2B1-4609-4BA6-96C0-6B4F128F7643}" type="pres">
      <dgm:prSet presAssocID="{171309EE-4FB4-4CCE-B321-EF23B0CD3A16}" presName="parSpace" presStyleCnt="0"/>
      <dgm:spPr/>
    </dgm:pt>
    <dgm:pt modelId="{5D4E571A-31D9-48DC-B811-D97638832778}" type="pres">
      <dgm:prSet presAssocID="{E04E02D5-14CC-4DA6-AD1F-2A18A8BD726D}" presName="parTxOnly" presStyleLbl="node1" presStyleIdx="1" presStyleCnt="5" custScaleX="13892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FFB95CC4-9AA4-4FE4-902A-ECB65798ECA5}" type="pres">
      <dgm:prSet presAssocID="{6A0044C8-3E52-4009-8711-5D4154E9AB7C}" presName="parSpace" presStyleCnt="0"/>
      <dgm:spPr/>
    </dgm:pt>
    <dgm:pt modelId="{7B4EDA10-283B-4D2C-AE07-6856C2500E37}" type="pres">
      <dgm:prSet presAssocID="{1A65B276-66D7-4543-B146-8B4C5254EE98}" presName="parTxOnly" presStyleLbl="node1" presStyleIdx="2" presStyleCnt="5" custScaleX="145671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06D4D012-8B6F-4CDF-9C60-E38C9CFBA58F}" type="pres">
      <dgm:prSet presAssocID="{49F5634D-F412-4AC9-AE6B-CEAF7F109A57}" presName="parSpace" presStyleCnt="0"/>
      <dgm:spPr/>
    </dgm:pt>
    <dgm:pt modelId="{C6D383C7-BD7D-47CD-8134-F7BDD08963C0}" type="pres">
      <dgm:prSet presAssocID="{1BEF75F8-84F2-41E0-A324-AC6221199725}" presName="parTxOnly" presStyleLbl="node1" presStyleIdx="3" presStyleCnt="5" custScaleX="12704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B045F45-F5E4-4E9B-B8B8-1F7E1BF53E00}" type="pres">
      <dgm:prSet presAssocID="{A49280D6-D69E-454A-BF7C-DAC7B208CC27}" presName="parSpace" presStyleCnt="0"/>
      <dgm:spPr/>
    </dgm:pt>
    <dgm:pt modelId="{8121185C-719C-4CAD-B4DE-040B9F9AE735}" type="pres">
      <dgm:prSet presAssocID="{4178EB1B-9B29-4DCC-AA31-93704953D2AC}" presName="parTxOnly" presStyleLbl="node1" presStyleIdx="4" presStyleCnt="5" custScaleX="109833" custLinFactNeighborX="-5988" custLinFactNeighborY="998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707A2000-BFA8-4309-ADDA-E0B3D36CA874}" type="presOf" srcId="{1A65B276-66D7-4543-B146-8B4C5254EE98}" destId="{7B4EDA10-283B-4D2C-AE07-6856C2500E37}" srcOrd="0" destOrd="0" presId="urn:microsoft.com/office/officeart/2005/8/layout/hChevron3"/>
    <dgm:cxn modelId="{20D6BD7F-6CFE-4584-A84B-B50886359E37}" type="presOf" srcId="{4178EB1B-9B29-4DCC-AA31-93704953D2AC}" destId="{8121185C-719C-4CAD-B4DE-040B9F9AE735}" srcOrd="0" destOrd="0" presId="urn:microsoft.com/office/officeart/2005/8/layout/hChevron3"/>
    <dgm:cxn modelId="{2D10028A-D462-4C34-A2DD-94558B2BE34C}" type="presOf" srcId="{1BEF75F8-84F2-41E0-A324-AC6221199725}" destId="{C6D383C7-BD7D-47CD-8134-F7BDD08963C0}" srcOrd="0" destOrd="0" presId="urn:microsoft.com/office/officeart/2005/8/layout/hChevron3"/>
    <dgm:cxn modelId="{5C33DAFA-063B-4BC0-B57E-7FAB07108AFD}" srcId="{DC348AF8-51D9-481A-8B70-9367988FE7B5}" destId="{1BEF75F8-84F2-41E0-A324-AC6221199725}" srcOrd="3" destOrd="0" parTransId="{47A63A2C-ABA9-4570-9999-B61DE9159206}" sibTransId="{A49280D6-D69E-454A-BF7C-DAC7B208CC27}"/>
    <dgm:cxn modelId="{3B325703-CCEF-49A7-B36C-834CA26073BF}" srcId="{DC348AF8-51D9-481A-8B70-9367988FE7B5}" destId="{D7D3EFFE-2FFE-4B74-8F2E-035FCBDCEF4B}" srcOrd="0" destOrd="0" parTransId="{162B2F44-05C6-4902-B9C8-95F6057846F6}" sibTransId="{171309EE-4FB4-4CCE-B321-EF23B0CD3A16}"/>
    <dgm:cxn modelId="{55EEB9D7-B81F-434F-AF71-5B76D0DBC92E}" type="presOf" srcId="{DC348AF8-51D9-481A-8B70-9367988FE7B5}" destId="{09B26E96-3C67-4FBD-B29A-4C121F7BCCF0}" srcOrd="0" destOrd="0" presId="urn:microsoft.com/office/officeart/2005/8/layout/hChevron3"/>
    <dgm:cxn modelId="{D6EB5D86-D7C1-4BF7-820C-E404FC7150C7}" type="presOf" srcId="{D7D3EFFE-2FFE-4B74-8F2E-035FCBDCEF4B}" destId="{7F8C3C3E-0442-4ECD-AF56-AA5115CBD453}" srcOrd="0" destOrd="0" presId="urn:microsoft.com/office/officeart/2005/8/layout/hChevron3"/>
    <dgm:cxn modelId="{A87785E2-13FD-4D72-843C-8B4A07A43917}" type="presOf" srcId="{E04E02D5-14CC-4DA6-AD1F-2A18A8BD726D}" destId="{5D4E571A-31D9-48DC-B811-D97638832778}" srcOrd="0" destOrd="0" presId="urn:microsoft.com/office/officeart/2005/8/layout/hChevron3"/>
    <dgm:cxn modelId="{038CB1CA-9F91-461E-93CC-5132EEFB37A8}" srcId="{DC348AF8-51D9-481A-8B70-9367988FE7B5}" destId="{E04E02D5-14CC-4DA6-AD1F-2A18A8BD726D}" srcOrd="1" destOrd="0" parTransId="{F9E873E2-633D-4816-9B5E-62F3CAB120E5}" sibTransId="{6A0044C8-3E52-4009-8711-5D4154E9AB7C}"/>
    <dgm:cxn modelId="{39CF71EF-1E72-4B34-B37D-ADB51E91F2B3}" srcId="{DC348AF8-51D9-481A-8B70-9367988FE7B5}" destId="{1A65B276-66D7-4543-B146-8B4C5254EE98}" srcOrd="2" destOrd="0" parTransId="{480B6B42-3DA4-4BB2-B023-C925D0017DE3}" sibTransId="{49F5634D-F412-4AC9-AE6B-CEAF7F109A57}"/>
    <dgm:cxn modelId="{4D57CB47-247E-44D1-BF1A-10975D66E3FF}" srcId="{DC348AF8-51D9-481A-8B70-9367988FE7B5}" destId="{4178EB1B-9B29-4DCC-AA31-93704953D2AC}" srcOrd="4" destOrd="0" parTransId="{01047A68-035F-4F40-9003-AA33C3384389}" sibTransId="{E116D141-AF93-46E2-93D3-D064EE1A5AE5}"/>
    <dgm:cxn modelId="{448EC21E-2337-42D0-ADE7-25199B99542F}" type="presParOf" srcId="{09B26E96-3C67-4FBD-B29A-4C121F7BCCF0}" destId="{7F8C3C3E-0442-4ECD-AF56-AA5115CBD453}" srcOrd="0" destOrd="0" presId="urn:microsoft.com/office/officeart/2005/8/layout/hChevron3"/>
    <dgm:cxn modelId="{B19D8627-9B2A-4958-AC9C-69535F8DFC9F}" type="presParOf" srcId="{09B26E96-3C67-4FBD-B29A-4C121F7BCCF0}" destId="{072EB2B1-4609-4BA6-96C0-6B4F128F7643}" srcOrd="1" destOrd="0" presId="urn:microsoft.com/office/officeart/2005/8/layout/hChevron3"/>
    <dgm:cxn modelId="{EDB44B2C-CE2D-4484-A126-13A6059F59F4}" type="presParOf" srcId="{09B26E96-3C67-4FBD-B29A-4C121F7BCCF0}" destId="{5D4E571A-31D9-48DC-B811-D97638832778}" srcOrd="2" destOrd="0" presId="urn:microsoft.com/office/officeart/2005/8/layout/hChevron3"/>
    <dgm:cxn modelId="{A76BF5E2-311B-4C29-AAE8-28EF431AB72C}" type="presParOf" srcId="{09B26E96-3C67-4FBD-B29A-4C121F7BCCF0}" destId="{FFB95CC4-9AA4-4FE4-902A-ECB65798ECA5}" srcOrd="3" destOrd="0" presId="urn:microsoft.com/office/officeart/2005/8/layout/hChevron3"/>
    <dgm:cxn modelId="{FDDF2138-B99C-4FA3-BF60-FB60262645DD}" type="presParOf" srcId="{09B26E96-3C67-4FBD-B29A-4C121F7BCCF0}" destId="{7B4EDA10-283B-4D2C-AE07-6856C2500E37}" srcOrd="4" destOrd="0" presId="urn:microsoft.com/office/officeart/2005/8/layout/hChevron3"/>
    <dgm:cxn modelId="{259D1BC8-08AB-443A-9AF7-B42EC879AAAA}" type="presParOf" srcId="{09B26E96-3C67-4FBD-B29A-4C121F7BCCF0}" destId="{06D4D012-8B6F-4CDF-9C60-E38C9CFBA58F}" srcOrd="5" destOrd="0" presId="urn:microsoft.com/office/officeart/2005/8/layout/hChevron3"/>
    <dgm:cxn modelId="{FE899A41-D082-44F7-8A67-AC86BA24A2A7}" type="presParOf" srcId="{09B26E96-3C67-4FBD-B29A-4C121F7BCCF0}" destId="{C6D383C7-BD7D-47CD-8134-F7BDD08963C0}" srcOrd="6" destOrd="0" presId="urn:microsoft.com/office/officeart/2005/8/layout/hChevron3"/>
    <dgm:cxn modelId="{CDD726F3-F96F-400E-97C1-EEE0EF020CE6}" type="presParOf" srcId="{09B26E96-3C67-4FBD-B29A-4C121F7BCCF0}" destId="{DB045F45-F5E4-4E9B-B8B8-1F7E1BF53E00}" srcOrd="7" destOrd="0" presId="urn:microsoft.com/office/officeart/2005/8/layout/hChevron3"/>
    <dgm:cxn modelId="{59AF5535-F200-4F77-B1B3-BEFA1F545477}" type="presParOf" srcId="{09B26E96-3C67-4FBD-B29A-4C121F7BCCF0}" destId="{8121185C-719C-4CAD-B4DE-040B9F9AE735}" srcOrd="8" destOrd="0" presId="urn:microsoft.com/office/officeart/2005/8/layout/hChevron3"/>
  </dgm:cxnLst>
  <dgm:bg/>
  <dgm:whole>
    <a:ln w="3175">
      <a:noFill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5816764F-53AA-44B0-99CC-D960B01F33F2}" type="doc">
      <dgm:prSet loTypeId="urn:microsoft.com/office/officeart/2009/3/layout/IncreasingArrows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fr-FR"/>
        </a:p>
      </dgm:t>
    </dgm:pt>
    <dgm:pt modelId="{22F6503A-4314-4C87-A304-11203E6DCF7E}">
      <dgm:prSet phldrT="[Texte]"/>
      <dgm:spPr/>
      <dgm:t>
        <a:bodyPr/>
        <a:lstStyle/>
        <a:p>
          <a:r>
            <a:rPr lang="fr-FR" dirty="0" smtClean="0"/>
            <a:t>Phase 1 (Janvier)</a:t>
          </a:r>
          <a:endParaRPr lang="fr-FR" dirty="0"/>
        </a:p>
      </dgm:t>
    </dgm:pt>
    <dgm:pt modelId="{09D8CFD5-C387-4945-8038-528AEC955E05}" type="parTrans" cxnId="{CFA15683-B83D-46D4-8806-43106D8F49C6}">
      <dgm:prSet/>
      <dgm:spPr/>
      <dgm:t>
        <a:bodyPr/>
        <a:lstStyle/>
        <a:p>
          <a:endParaRPr lang="fr-FR"/>
        </a:p>
      </dgm:t>
    </dgm:pt>
    <dgm:pt modelId="{1D9B27B6-8CF7-4FF1-924B-4AFB2190906F}" type="sibTrans" cxnId="{CFA15683-B83D-46D4-8806-43106D8F49C6}">
      <dgm:prSet/>
      <dgm:spPr/>
      <dgm:t>
        <a:bodyPr/>
        <a:lstStyle/>
        <a:p>
          <a:endParaRPr lang="fr-FR"/>
        </a:p>
      </dgm:t>
    </dgm:pt>
    <dgm:pt modelId="{75BD6300-8027-41BF-AFCE-D8E7FC2ED0A0}">
      <dgm:prSet phldrT="[Texte]"/>
      <dgm:spPr/>
      <dgm:t>
        <a:bodyPr/>
        <a:lstStyle/>
        <a:p>
          <a:r>
            <a:rPr lang="fr-FR" dirty="0" smtClean="0"/>
            <a:t>Conception &amp; Audit</a:t>
          </a:r>
          <a:endParaRPr lang="fr-FR" dirty="0"/>
        </a:p>
      </dgm:t>
    </dgm:pt>
    <dgm:pt modelId="{BE64DDBB-87EB-4DDA-8FC9-ED9A0A74355C}" type="parTrans" cxnId="{0FB88EFB-D22E-439B-9F0E-33614848935A}">
      <dgm:prSet/>
      <dgm:spPr/>
      <dgm:t>
        <a:bodyPr/>
        <a:lstStyle/>
        <a:p>
          <a:endParaRPr lang="fr-FR"/>
        </a:p>
      </dgm:t>
    </dgm:pt>
    <dgm:pt modelId="{60822101-FDFD-42EF-8F6E-12875675EB7B}" type="sibTrans" cxnId="{0FB88EFB-D22E-439B-9F0E-33614848935A}">
      <dgm:prSet/>
      <dgm:spPr/>
      <dgm:t>
        <a:bodyPr/>
        <a:lstStyle/>
        <a:p>
          <a:endParaRPr lang="fr-FR"/>
        </a:p>
      </dgm:t>
    </dgm:pt>
    <dgm:pt modelId="{61574A8F-5134-4AFD-A72F-DC4A2B3CC4F8}">
      <dgm:prSet phldrT="[Texte]"/>
      <dgm:spPr/>
      <dgm:t>
        <a:bodyPr/>
        <a:lstStyle/>
        <a:p>
          <a:r>
            <a:rPr lang="fr-FR" dirty="0" smtClean="0"/>
            <a:t>Phase 2 (Février - Avril)</a:t>
          </a:r>
          <a:endParaRPr lang="fr-FR" dirty="0"/>
        </a:p>
      </dgm:t>
    </dgm:pt>
    <dgm:pt modelId="{6D77873E-9FCF-4BF0-B024-56B3DEE279A8}" type="parTrans" cxnId="{44FD8481-D5D6-4988-9577-BC27496E3E03}">
      <dgm:prSet/>
      <dgm:spPr/>
      <dgm:t>
        <a:bodyPr/>
        <a:lstStyle/>
        <a:p>
          <a:endParaRPr lang="fr-FR"/>
        </a:p>
      </dgm:t>
    </dgm:pt>
    <dgm:pt modelId="{F7E86DCC-4D5B-4DCE-A993-C760E19B1AB0}" type="sibTrans" cxnId="{44FD8481-D5D6-4988-9577-BC27496E3E03}">
      <dgm:prSet/>
      <dgm:spPr/>
      <dgm:t>
        <a:bodyPr/>
        <a:lstStyle/>
        <a:p>
          <a:endParaRPr lang="fr-FR"/>
        </a:p>
      </dgm:t>
    </dgm:pt>
    <dgm:pt modelId="{46A852E7-3A96-4C31-B0D6-D18A8DB907D1}">
      <dgm:prSet phldrT="[Texte]"/>
      <dgm:spPr/>
      <dgm:t>
        <a:bodyPr/>
        <a:lstStyle/>
        <a:p>
          <a:r>
            <a:rPr lang="fr-FR" dirty="0" smtClean="0"/>
            <a:t>Développement Python (</a:t>
          </a:r>
          <a:r>
            <a:rPr lang="fr-FR" dirty="0" err="1" smtClean="0"/>
            <a:t>Parsing</a:t>
          </a:r>
          <a:r>
            <a:rPr lang="fr-FR" dirty="0" smtClean="0"/>
            <a:t> &amp; ETL)</a:t>
          </a:r>
          <a:endParaRPr lang="fr-FR" dirty="0"/>
        </a:p>
      </dgm:t>
    </dgm:pt>
    <dgm:pt modelId="{9CC6681A-6CD6-4EC2-992F-60426F64C365}" type="parTrans" cxnId="{1FD0A2F3-6DF0-4D87-8D96-A457991DD852}">
      <dgm:prSet/>
      <dgm:spPr/>
      <dgm:t>
        <a:bodyPr/>
        <a:lstStyle/>
        <a:p>
          <a:endParaRPr lang="fr-FR"/>
        </a:p>
      </dgm:t>
    </dgm:pt>
    <dgm:pt modelId="{704D0C17-BFD2-4F3B-9851-7E43560C0231}" type="sibTrans" cxnId="{1FD0A2F3-6DF0-4D87-8D96-A457991DD852}">
      <dgm:prSet/>
      <dgm:spPr/>
      <dgm:t>
        <a:bodyPr/>
        <a:lstStyle/>
        <a:p>
          <a:endParaRPr lang="fr-FR"/>
        </a:p>
      </dgm:t>
    </dgm:pt>
    <dgm:pt modelId="{FFC6B02D-6A37-4260-9824-3FBDC43D682E}">
      <dgm:prSet phldrT="[Texte]"/>
      <dgm:spPr/>
      <dgm:t>
        <a:bodyPr/>
        <a:lstStyle/>
        <a:p>
          <a:r>
            <a:rPr lang="fr-FR" dirty="0" smtClean="0"/>
            <a:t>Phase 3 (Mai – Juin)</a:t>
          </a:r>
          <a:endParaRPr lang="fr-FR" dirty="0"/>
        </a:p>
      </dgm:t>
    </dgm:pt>
    <dgm:pt modelId="{E68D5289-CA6A-4EDA-808D-0E41D3B6BB08}" type="parTrans" cxnId="{69EFCDCC-D6A6-4A8D-9B4B-85A6211473CE}">
      <dgm:prSet/>
      <dgm:spPr/>
      <dgm:t>
        <a:bodyPr/>
        <a:lstStyle/>
        <a:p>
          <a:endParaRPr lang="fr-FR"/>
        </a:p>
      </dgm:t>
    </dgm:pt>
    <dgm:pt modelId="{E5B2FABF-66CC-49CE-83B6-752A496FDB63}" type="sibTrans" cxnId="{69EFCDCC-D6A6-4A8D-9B4B-85A6211473CE}">
      <dgm:prSet/>
      <dgm:spPr/>
      <dgm:t>
        <a:bodyPr/>
        <a:lstStyle/>
        <a:p>
          <a:endParaRPr lang="fr-FR"/>
        </a:p>
      </dgm:t>
    </dgm:pt>
    <dgm:pt modelId="{1C6E40AA-E775-4C28-8BC3-D5E995B8DE6B}">
      <dgm:prSet phldrT="[Texte]"/>
      <dgm:spPr/>
      <dgm:t>
        <a:bodyPr/>
        <a:lstStyle/>
        <a:p>
          <a:r>
            <a:rPr lang="fr-FR" dirty="0" smtClean="0"/>
            <a:t>Tests, Validations Juridique  &amp; Livrables</a:t>
          </a:r>
          <a:endParaRPr lang="fr-FR" dirty="0"/>
        </a:p>
      </dgm:t>
    </dgm:pt>
    <dgm:pt modelId="{BDE0E1F3-9E6B-4548-B924-F0BCA96A93E0}" type="parTrans" cxnId="{F174611E-8047-41F7-A6C3-2A208E871228}">
      <dgm:prSet/>
      <dgm:spPr/>
      <dgm:t>
        <a:bodyPr/>
        <a:lstStyle/>
        <a:p>
          <a:endParaRPr lang="fr-FR"/>
        </a:p>
      </dgm:t>
    </dgm:pt>
    <dgm:pt modelId="{C7F6EE44-2F90-4421-83E1-AE4C74A892C1}" type="sibTrans" cxnId="{F174611E-8047-41F7-A6C3-2A208E871228}">
      <dgm:prSet/>
      <dgm:spPr/>
      <dgm:t>
        <a:bodyPr/>
        <a:lstStyle/>
        <a:p>
          <a:endParaRPr lang="fr-FR"/>
        </a:p>
      </dgm:t>
    </dgm:pt>
    <dgm:pt modelId="{F4C560C5-B726-49B6-B921-0DADA472A3A6}" type="pres">
      <dgm:prSet presAssocID="{5816764F-53AA-44B0-99CC-D960B01F33F2}" presName="Name0" presStyleCnt="0">
        <dgm:presLayoutVars>
          <dgm:chMax val="5"/>
          <dgm:chPref val="5"/>
          <dgm:dir/>
          <dgm:animLvl val="lvl"/>
        </dgm:presLayoutVars>
      </dgm:prSet>
      <dgm:spPr/>
      <dgm:t>
        <a:bodyPr/>
        <a:lstStyle/>
        <a:p>
          <a:endParaRPr lang="fr-FR"/>
        </a:p>
      </dgm:t>
    </dgm:pt>
    <dgm:pt modelId="{AA33F027-FCDA-4928-9606-E68D05E4CBB4}" type="pres">
      <dgm:prSet presAssocID="{22F6503A-4314-4C87-A304-11203E6DCF7E}" presName="parentText1" presStyleLbl="node1" presStyleIdx="0" presStyleCnt="3">
        <dgm:presLayoutVars>
          <dgm:chMax/>
          <dgm:chPref val="3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FA0B99BF-0EB1-491D-ACD6-8C916D3F3202}" type="pres">
      <dgm:prSet presAssocID="{22F6503A-4314-4C87-A304-11203E6DCF7E}" presName="childText1" presStyleLbl="solidAlignAcc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E2611476-CDF8-4E62-BDA6-81AADAEC1462}" type="pres">
      <dgm:prSet presAssocID="{61574A8F-5134-4AFD-A72F-DC4A2B3CC4F8}" presName="parentText2" presStyleLbl="node1" presStyleIdx="1" presStyleCnt="3">
        <dgm:presLayoutVars>
          <dgm:chMax/>
          <dgm:chPref val="3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D43C455-2308-4F1B-9B78-F747671CB155}" type="pres">
      <dgm:prSet presAssocID="{61574A8F-5134-4AFD-A72F-DC4A2B3CC4F8}" presName="childText2" presStyleLbl="solidAlignAcc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ABB5865A-5C3C-47A8-8486-B482F4B0BBE0}" type="pres">
      <dgm:prSet presAssocID="{FFC6B02D-6A37-4260-9824-3FBDC43D682E}" presName="parentText3" presStyleLbl="node1" presStyleIdx="2" presStyleCnt="3">
        <dgm:presLayoutVars>
          <dgm:chMax/>
          <dgm:chPref val="3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97423C80-9AB7-4EFD-933C-564E8672F549}" type="pres">
      <dgm:prSet presAssocID="{FFC6B02D-6A37-4260-9824-3FBDC43D682E}" presName="childText3" presStyleLbl="solidAlignAcc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9A65E4CC-98B6-4715-8CBE-A3E04A558C07}" type="presOf" srcId="{FFC6B02D-6A37-4260-9824-3FBDC43D682E}" destId="{ABB5865A-5C3C-47A8-8486-B482F4B0BBE0}" srcOrd="0" destOrd="0" presId="urn:microsoft.com/office/officeart/2009/3/layout/IncreasingArrowsProcess"/>
    <dgm:cxn modelId="{4EA20F40-C992-4C90-A114-8CCC9B27D556}" type="presOf" srcId="{22F6503A-4314-4C87-A304-11203E6DCF7E}" destId="{AA33F027-FCDA-4928-9606-E68D05E4CBB4}" srcOrd="0" destOrd="0" presId="urn:microsoft.com/office/officeart/2009/3/layout/IncreasingArrowsProcess"/>
    <dgm:cxn modelId="{36651D50-1971-4050-926B-4B0C2A360D1E}" type="presOf" srcId="{46A852E7-3A96-4C31-B0D6-D18A8DB907D1}" destId="{DD43C455-2308-4F1B-9B78-F747671CB155}" srcOrd="0" destOrd="0" presId="urn:microsoft.com/office/officeart/2009/3/layout/IncreasingArrowsProcess"/>
    <dgm:cxn modelId="{1FD0A2F3-6DF0-4D87-8D96-A457991DD852}" srcId="{61574A8F-5134-4AFD-A72F-DC4A2B3CC4F8}" destId="{46A852E7-3A96-4C31-B0D6-D18A8DB907D1}" srcOrd="0" destOrd="0" parTransId="{9CC6681A-6CD6-4EC2-992F-60426F64C365}" sibTransId="{704D0C17-BFD2-4F3B-9851-7E43560C0231}"/>
    <dgm:cxn modelId="{69EFCDCC-D6A6-4A8D-9B4B-85A6211473CE}" srcId="{5816764F-53AA-44B0-99CC-D960B01F33F2}" destId="{FFC6B02D-6A37-4260-9824-3FBDC43D682E}" srcOrd="2" destOrd="0" parTransId="{E68D5289-CA6A-4EDA-808D-0E41D3B6BB08}" sibTransId="{E5B2FABF-66CC-49CE-83B6-752A496FDB63}"/>
    <dgm:cxn modelId="{0FB88EFB-D22E-439B-9F0E-33614848935A}" srcId="{22F6503A-4314-4C87-A304-11203E6DCF7E}" destId="{75BD6300-8027-41BF-AFCE-D8E7FC2ED0A0}" srcOrd="0" destOrd="0" parTransId="{BE64DDBB-87EB-4DDA-8FC9-ED9A0A74355C}" sibTransId="{60822101-FDFD-42EF-8F6E-12875675EB7B}"/>
    <dgm:cxn modelId="{036F67B2-AEE0-4A6C-B50E-ACF87BBDD706}" type="presOf" srcId="{1C6E40AA-E775-4C28-8BC3-D5E995B8DE6B}" destId="{97423C80-9AB7-4EFD-933C-564E8672F549}" srcOrd="0" destOrd="0" presId="urn:microsoft.com/office/officeart/2009/3/layout/IncreasingArrowsProcess"/>
    <dgm:cxn modelId="{ED3B1257-1D54-425A-9CE3-9AA0DB6FE051}" type="presOf" srcId="{61574A8F-5134-4AFD-A72F-DC4A2B3CC4F8}" destId="{E2611476-CDF8-4E62-BDA6-81AADAEC1462}" srcOrd="0" destOrd="0" presId="urn:microsoft.com/office/officeart/2009/3/layout/IncreasingArrowsProcess"/>
    <dgm:cxn modelId="{CFA15683-B83D-46D4-8806-43106D8F49C6}" srcId="{5816764F-53AA-44B0-99CC-D960B01F33F2}" destId="{22F6503A-4314-4C87-A304-11203E6DCF7E}" srcOrd="0" destOrd="0" parTransId="{09D8CFD5-C387-4945-8038-528AEC955E05}" sibTransId="{1D9B27B6-8CF7-4FF1-924B-4AFB2190906F}"/>
    <dgm:cxn modelId="{AF709A16-7043-4F72-83FB-20B86B33EF9C}" type="presOf" srcId="{75BD6300-8027-41BF-AFCE-D8E7FC2ED0A0}" destId="{FA0B99BF-0EB1-491D-ACD6-8C916D3F3202}" srcOrd="0" destOrd="0" presId="urn:microsoft.com/office/officeart/2009/3/layout/IncreasingArrowsProcess"/>
    <dgm:cxn modelId="{F174611E-8047-41F7-A6C3-2A208E871228}" srcId="{FFC6B02D-6A37-4260-9824-3FBDC43D682E}" destId="{1C6E40AA-E775-4C28-8BC3-D5E995B8DE6B}" srcOrd="0" destOrd="0" parTransId="{BDE0E1F3-9E6B-4548-B924-F0BCA96A93E0}" sibTransId="{C7F6EE44-2F90-4421-83E1-AE4C74A892C1}"/>
    <dgm:cxn modelId="{16578A41-689D-4771-8AAD-A76FD33F1D86}" type="presOf" srcId="{5816764F-53AA-44B0-99CC-D960B01F33F2}" destId="{F4C560C5-B726-49B6-B921-0DADA472A3A6}" srcOrd="0" destOrd="0" presId="urn:microsoft.com/office/officeart/2009/3/layout/IncreasingArrowsProcess"/>
    <dgm:cxn modelId="{44FD8481-D5D6-4988-9577-BC27496E3E03}" srcId="{5816764F-53AA-44B0-99CC-D960B01F33F2}" destId="{61574A8F-5134-4AFD-A72F-DC4A2B3CC4F8}" srcOrd="1" destOrd="0" parTransId="{6D77873E-9FCF-4BF0-B024-56B3DEE279A8}" sibTransId="{F7E86DCC-4D5B-4DCE-A993-C760E19B1AB0}"/>
    <dgm:cxn modelId="{EA18A786-72A8-48C1-82A3-6020DB91749A}" type="presParOf" srcId="{F4C560C5-B726-49B6-B921-0DADA472A3A6}" destId="{AA33F027-FCDA-4928-9606-E68D05E4CBB4}" srcOrd="0" destOrd="0" presId="urn:microsoft.com/office/officeart/2009/3/layout/IncreasingArrowsProcess"/>
    <dgm:cxn modelId="{3C820084-8512-4A5E-83B3-6DACBDF7A5C9}" type="presParOf" srcId="{F4C560C5-B726-49B6-B921-0DADA472A3A6}" destId="{FA0B99BF-0EB1-491D-ACD6-8C916D3F3202}" srcOrd="1" destOrd="0" presId="urn:microsoft.com/office/officeart/2009/3/layout/IncreasingArrowsProcess"/>
    <dgm:cxn modelId="{14767904-80D6-45EC-AC0D-13FCD29D8AAA}" type="presParOf" srcId="{F4C560C5-B726-49B6-B921-0DADA472A3A6}" destId="{E2611476-CDF8-4E62-BDA6-81AADAEC1462}" srcOrd="2" destOrd="0" presId="urn:microsoft.com/office/officeart/2009/3/layout/IncreasingArrowsProcess"/>
    <dgm:cxn modelId="{1A159CEB-6937-4092-BE87-F1FAEEE7F3D2}" type="presParOf" srcId="{F4C560C5-B726-49B6-B921-0DADA472A3A6}" destId="{DD43C455-2308-4F1B-9B78-F747671CB155}" srcOrd="3" destOrd="0" presId="urn:microsoft.com/office/officeart/2009/3/layout/IncreasingArrowsProcess"/>
    <dgm:cxn modelId="{C309A748-CE87-45E2-B5AD-2C9B108302C8}" type="presParOf" srcId="{F4C560C5-B726-49B6-B921-0DADA472A3A6}" destId="{ABB5865A-5C3C-47A8-8486-B482F4B0BBE0}" srcOrd="4" destOrd="0" presId="urn:microsoft.com/office/officeart/2009/3/layout/IncreasingArrowsProcess"/>
    <dgm:cxn modelId="{E9FA8EEC-6940-4B96-BB98-E9FC3FD30E76}" type="presParOf" srcId="{F4C560C5-B726-49B6-B921-0DADA472A3A6}" destId="{97423C80-9AB7-4EFD-933C-564E8672F549}" srcOrd="5" destOrd="0" presId="urn:microsoft.com/office/officeart/2009/3/layout/IncreasingArrowsProcess"/>
  </dgm:cxnLst>
  <dgm:bg/>
  <dgm:whole/>
  <dgm:extLst>
    <a:ext uri="http://schemas.microsoft.com/office/drawing/2008/diagram">
      <dsp:dataModelExt xmlns:dsp="http://schemas.microsoft.com/office/drawing/2008/diagram" relId="rId15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DC348AF8-51D9-481A-8B70-9367988FE7B5}" type="doc">
      <dgm:prSet loTypeId="urn:microsoft.com/office/officeart/2005/8/layout/hChevron3" loCatId="process" qsTypeId="urn:microsoft.com/office/officeart/2005/8/quickstyle/simple1" qsCatId="simple" csTypeId="urn:microsoft.com/office/officeart/2005/8/colors/accent3_2" csCatId="accent3" phldr="1"/>
      <dgm:spPr/>
    </dgm:pt>
    <dgm:pt modelId="{D7D3EFFE-2FFE-4B74-8F2E-035FCBDCEF4B}">
      <dgm:prSet phldrT="[Texte]" custT="1"/>
      <dgm:spPr>
        <a:solidFill>
          <a:srgbClr val="265991"/>
        </a:solidFill>
      </dgm:spPr>
      <dgm:t>
        <a:bodyPr/>
        <a:lstStyle/>
        <a:p>
          <a:r>
            <a:rPr lang="fr-FR" sz="1400" b="1" cap="none" spc="50" dirty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Contexte</a:t>
          </a:r>
        </a:p>
      </dgm:t>
    </dgm:pt>
    <dgm:pt modelId="{162B2F44-05C6-4902-B9C8-95F6057846F6}" type="parTrans" cxnId="{3B325703-CCEF-49A7-B36C-834CA26073BF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171309EE-4FB4-4CCE-B321-EF23B0CD3A16}" type="sibTrans" cxnId="{3B325703-CCEF-49A7-B36C-834CA26073BF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E04E02D5-14CC-4DA6-AD1F-2A18A8BD726D}">
      <dgm:prSet phldrT="[Texte]" custT="1"/>
      <dgm:spPr>
        <a:solidFill>
          <a:srgbClr val="265991"/>
        </a:solidFill>
      </dgm:spPr>
      <dgm:t>
        <a:bodyPr/>
        <a:lstStyle/>
        <a:p>
          <a:r>
            <a:rPr lang="fr-FR" sz="1400" b="1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Problématique</a:t>
          </a:r>
          <a:endParaRPr lang="fr-FR" sz="1400" b="1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F9E873E2-633D-4816-9B5E-62F3CAB120E5}" type="parTrans" cxnId="{038CB1CA-9F91-461E-93CC-5132EEFB37A8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6A0044C8-3E52-4009-8711-5D4154E9AB7C}" type="sibTrans" cxnId="{038CB1CA-9F91-461E-93CC-5132EEFB37A8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1A65B276-66D7-4543-B146-8B4C5254EE98}">
      <dgm:prSet custT="1"/>
      <dgm:spPr>
        <a:solidFill>
          <a:srgbClr val="265991"/>
        </a:solidFill>
      </dgm:spPr>
      <dgm:t>
        <a:bodyPr/>
        <a:lstStyle/>
        <a:p>
          <a:r>
            <a:rPr lang="fr-FR" sz="1400" b="1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Conception</a:t>
          </a:r>
          <a:endParaRPr lang="fr-FR" sz="1400" b="1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480B6B42-3DA4-4BB2-B023-C925D0017DE3}" type="parTrans" cxnId="{39CF71EF-1E72-4B34-B37D-ADB51E91F2B3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49F5634D-F412-4AC9-AE6B-CEAF7F109A57}" type="sibTrans" cxnId="{39CF71EF-1E72-4B34-B37D-ADB51E91F2B3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1BEF75F8-84F2-41E0-A324-AC6221199725}">
      <dgm:prSet custT="1"/>
      <dgm:spPr>
        <a:solidFill>
          <a:srgbClr val="C00000"/>
        </a:solidFill>
      </dgm:spPr>
      <dgm:t>
        <a:bodyPr/>
        <a:lstStyle/>
        <a:p>
          <a:r>
            <a:rPr lang="fr-FR" sz="1400" b="1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Organisation</a:t>
          </a:r>
          <a:endParaRPr lang="fr-FR" sz="1400" b="1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47A63A2C-ABA9-4570-9999-B61DE9159206}" type="parTrans" cxnId="{5C33DAFA-063B-4BC0-B57E-7FAB07108AFD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A49280D6-D69E-454A-BF7C-DAC7B208CC27}" type="sibTrans" cxnId="{5C33DAFA-063B-4BC0-B57E-7FAB07108AFD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4178EB1B-9B29-4DCC-AA31-93704953D2AC}">
      <dgm:prSet custT="1"/>
      <dgm:spPr/>
      <dgm:t>
        <a:bodyPr/>
        <a:lstStyle/>
        <a:p>
          <a:r>
            <a:rPr lang="fr-FR" sz="1400" b="1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Bilan </a:t>
          </a:r>
          <a:endParaRPr lang="fr-FR" sz="800" b="1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01047A68-035F-4F40-9003-AA33C3384389}" type="parTrans" cxnId="{4D57CB47-247E-44D1-BF1A-10975D66E3FF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E116D141-AF93-46E2-93D3-D064EE1A5AE5}" type="sibTrans" cxnId="{4D57CB47-247E-44D1-BF1A-10975D66E3FF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09B26E96-3C67-4FBD-B29A-4C121F7BCCF0}" type="pres">
      <dgm:prSet presAssocID="{DC348AF8-51D9-481A-8B70-9367988FE7B5}" presName="Name0" presStyleCnt="0">
        <dgm:presLayoutVars>
          <dgm:dir/>
          <dgm:resizeHandles val="exact"/>
        </dgm:presLayoutVars>
      </dgm:prSet>
      <dgm:spPr/>
    </dgm:pt>
    <dgm:pt modelId="{7F8C3C3E-0442-4ECD-AF56-AA5115CBD453}" type="pres">
      <dgm:prSet presAssocID="{D7D3EFFE-2FFE-4B74-8F2E-035FCBDCEF4B}" presName="parTxOnly" presStyleLbl="node1" presStyleIdx="0" presStyleCnt="5" custScaleX="127706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072EB2B1-4609-4BA6-96C0-6B4F128F7643}" type="pres">
      <dgm:prSet presAssocID="{171309EE-4FB4-4CCE-B321-EF23B0CD3A16}" presName="parSpace" presStyleCnt="0"/>
      <dgm:spPr/>
    </dgm:pt>
    <dgm:pt modelId="{5D4E571A-31D9-48DC-B811-D97638832778}" type="pres">
      <dgm:prSet presAssocID="{E04E02D5-14CC-4DA6-AD1F-2A18A8BD726D}" presName="parTxOnly" presStyleLbl="node1" presStyleIdx="1" presStyleCnt="5" custScaleX="13892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FFB95CC4-9AA4-4FE4-902A-ECB65798ECA5}" type="pres">
      <dgm:prSet presAssocID="{6A0044C8-3E52-4009-8711-5D4154E9AB7C}" presName="parSpace" presStyleCnt="0"/>
      <dgm:spPr/>
    </dgm:pt>
    <dgm:pt modelId="{7B4EDA10-283B-4D2C-AE07-6856C2500E37}" type="pres">
      <dgm:prSet presAssocID="{1A65B276-66D7-4543-B146-8B4C5254EE98}" presName="parTxOnly" presStyleLbl="node1" presStyleIdx="2" presStyleCnt="5" custScaleX="145671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06D4D012-8B6F-4CDF-9C60-E38C9CFBA58F}" type="pres">
      <dgm:prSet presAssocID="{49F5634D-F412-4AC9-AE6B-CEAF7F109A57}" presName="parSpace" presStyleCnt="0"/>
      <dgm:spPr/>
    </dgm:pt>
    <dgm:pt modelId="{C6D383C7-BD7D-47CD-8134-F7BDD08963C0}" type="pres">
      <dgm:prSet presAssocID="{1BEF75F8-84F2-41E0-A324-AC6221199725}" presName="parTxOnly" presStyleLbl="node1" presStyleIdx="3" presStyleCnt="5" custScaleX="12704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B045F45-F5E4-4E9B-B8B8-1F7E1BF53E00}" type="pres">
      <dgm:prSet presAssocID="{A49280D6-D69E-454A-BF7C-DAC7B208CC27}" presName="parSpace" presStyleCnt="0"/>
      <dgm:spPr/>
    </dgm:pt>
    <dgm:pt modelId="{8121185C-719C-4CAD-B4DE-040B9F9AE735}" type="pres">
      <dgm:prSet presAssocID="{4178EB1B-9B29-4DCC-AA31-93704953D2AC}" presName="parTxOnly" presStyleLbl="node1" presStyleIdx="4" presStyleCnt="5" custScaleX="109833" custLinFactNeighborX="-5988" custLinFactNeighborY="998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707A2000-BFA8-4309-ADDA-E0B3D36CA874}" type="presOf" srcId="{1A65B276-66D7-4543-B146-8B4C5254EE98}" destId="{7B4EDA10-283B-4D2C-AE07-6856C2500E37}" srcOrd="0" destOrd="0" presId="urn:microsoft.com/office/officeart/2005/8/layout/hChevron3"/>
    <dgm:cxn modelId="{20D6BD7F-6CFE-4584-A84B-B50886359E37}" type="presOf" srcId="{4178EB1B-9B29-4DCC-AA31-93704953D2AC}" destId="{8121185C-719C-4CAD-B4DE-040B9F9AE735}" srcOrd="0" destOrd="0" presId="urn:microsoft.com/office/officeart/2005/8/layout/hChevron3"/>
    <dgm:cxn modelId="{2D10028A-D462-4C34-A2DD-94558B2BE34C}" type="presOf" srcId="{1BEF75F8-84F2-41E0-A324-AC6221199725}" destId="{C6D383C7-BD7D-47CD-8134-F7BDD08963C0}" srcOrd="0" destOrd="0" presId="urn:microsoft.com/office/officeart/2005/8/layout/hChevron3"/>
    <dgm:cxn modelId="{5C33DAFA-063B-4BC0-B57E-7FAB07108AFD}" srcId="{DC348AF8-51D9-481A-8B70-9367988FE7B5}" destId="{1BEF75F8-84F2-41E0-A324-AC6221199725}" srcOrd="3" destOrd="0" parTransId="{47A63A2C-ABA9-4570-9999-B61DE9159206}" sibTransId="{A49280D6-D69E-454A-BF7C-DAC7B208CC27}"/>
    <dgm:cxn modelId="{3B325703-CCEF-49A7-B36C-834CA26073BF}" srcId="{DC348AF8-51D9-481A-8B70-9367988FE7B5}" destId="{D7D3EFFE-2FFE-4B74-8F2E-035FCBDCEF4B}" srcOrd="0" destOrd="0" parTransId="{162B2F44-05C6-4902-B9C8-95F6057846F6}" sibTransId="{171309EE-4FB4-4CCE-B321-EF23B0CD3A16}"/>
    <dgm:cxn modelId="{55EEB9D7-B81F-434F-AF71-5B76D0DBC92E}" type="presOf" srcId="{DC348AF8-51D9-481A-8B70-9367988FE7B5}" destId="{09B26E96-3C67-4FBD-B29A-4C121F7BCCF0}" srcOrd="0" destOrd="0" presId="urn:microsoft.com/office/officeart/2005/8/layout/hChevron3"/>
    <dgm:cxn modelId="{D6EB5D86-D7C1-4BF7-820C-E404FC7150C7}" type="presOf" srcId="{D7D3EFFE-2FFE-4B74-8F2E-035FCBDCEF4B}" destId="{7F8C3C3E-0442-4ECD-AF56-AA5115CBD453}" srcOrd="0" destOrd="0" presId="urn:microsoft.com/office/officeart/2005/8/layout/hChevron3"/>
    <dgm:cxn modelId="{A87785E2-13FD-4D72-843C-8B4A07A43917}" type="presOf" srcId="{E04E02D5-14CC-4DA6-AD1F-2A18A8BD726D}" destId="{5D4E571A-31D9-48DC-B811-D97638832778}" srcOrd="0" destOrd="0" presId="urn:microsoft.com/office/officeart/2005/8/layout/hChevron3"/>
    <dgm:cxn modelId="{038CB1CA-9F91-461E-93CC-5132EEFB37A8}" srcId="{DC348AF8-51D9-481A-8B70-9367988FE7B5}" destId="{E04E02D5-14CC-4DA6-AD1F-2A18A8BD726D}" srcOrd="1" destOrd="0" parTransId="{F9E873E2-633D-4816-9B5E-62F3CAB120E5}" sibTransId="{6A0044C8-3E52-4009-8711-5D4154E9AB7C}"/>
    <dgm:cxn modelId="{39CF71EF-1E72-4B34-B37D-ADB51E91F2B3}" srcId="{DC348AF8-51D9-481A-8B70-9367988FE7B5}" destId="{1A65B276-66D7-4543-B146-8B4C5254EE98}" srcOrd="2" destOrd="0" parTransId="{480B6B42-3DA4-4BB2-B023-C925D0017DE3}" sibTransId="{49F5634D-F412-4AC9-AE6B-CEAF7F109A57}"/>
    <dgm:cxn modelId="{4D57CB47-247E-44D1-BF1A-10975D66E3FF}" srcId="{DC348AF8-51D9-481A-8B70-9367988FE7B5}" destId="{4178EB1B-9B29-4DCC-AA31-93704953D2AC}" srcOrd="4" destOrd="0" parTransId="{01047A68-035F-4F40-9003-AA33C3384389}" sibTransId="{E116D141-AF93-46E2-93D3-D064EE1A5AE5}"/>
    <dgm:cxn modelId="{448EC21E-2337-42D0-ADE7-25199B99542F}" type="presParOf" srcId="{09B26E96-3C67-4FBD-B29A-4C121F7BCCF0}" destId="{7F8C3C3E-0442-4ECD-AF56-AA5115CBD453}" srcOrd="0" destOrd="0" presId="urn:microsoft.com/office/officeart/2005/8/layout/hChevron3"/>
    <dgm:cxn modelId="{B19D8627-9B2A-4958-AC9C-69535F8DFC9F}" type="presParOf" srcId="{09B26E96-3C67-4FBD-B29A-4C121F7BCCF0}" destId="{072EB2B1-4609-4BA6-96C0-6B4F128F7643}" srcOrd="1" destOrd="0" presId="urn:microsoft.com/office/officeart/2005/8/layout/hChevron3"/>
    <dgm:cxn modelId="{EDB44B2C-CE2D-4484-A126-13A6059F59F4}" type="presParOf" srcId="{09B26E96-3C67-4FBD-B29A-4C121F7BCCF0}" destId="{5D4E571A-31D9-48DC-B811-D97638832778}" srcOrd="2" destOrd="0" presId="urn:microsoft.com/office/officeart/2005/8/layout/hChevron3"/>
    <dgm:cxn modelId="{A76BF5E2-311B-4C29-AAE8-28EF431AB72C}" type="presParOf" srcId="{09B26E96-3C67-4FBD-B29A-4C121F7BCCF0}" destId="{FFB95CC4-9AA4-4FE4-902A-ECB65798ECA5}" srcOrd="3" destOrd="0" presId="urn:microsoft.com/office/officeart/2005/8/layout/hChevron3"/>
    <dgm:cxn modelId="{FDDF2138-B99C-4FA3-BF60-FB60262645DD}" type="presParOf" srcId="{09B26E96-3C67-4FBD-B29A-4C121F7BCCF0}" destId="{7B4EDA10-283B-4D2C-AE07-6856C2500E37}" srcOrd="4" destOrd="0" presId="urn:microsoft.com/office/officeart/2005/8/layout/hChevron3"/>
    <dgm:cxn modelId="{259D1BC8-08AB-443A-9AF7-B42EC879AAAA}" type="presParOf" srcId="{09B26E96-3C67-4FBD-B29A-4C121F7BCCF0}" destId="{06D4D012-8B6F-4CDF-9C60-E38C9CFBA58F}" srcOrd="5" destOrd="0" presId="urn:microsoft.com/office/officeart/2005/8/layout/hChevron3"/>
    <dgm:cxn modelId="{FE899A41-D082-44F7-8A67-AC86BA24A2A7}" type="presParOf" srcId="{09B26E96-3C67-4FBD-B29A-4C121F7BCCF0}" destId="{C6D383C7-BD7D-47CD-8134-F7BDD08963C0}" srcOrd="6" destOrd="0" presId="urn:microsoft.com/office/officeart/2005/8/layout/hChevron3"/>
    <dgm:cxn modelId="{CDD726F3-F96F-400E-97C1-EEE0EF020CE6}" type="presParOf" srcId="{09B26E96-3C67-4FBD-B29A-4C121F7BCCF0}" destId="{DB045F45-F5E4-4E9B-B8B8-1F7E1BF53E00}" srcOrd="7" destOrd="0" presId="urn:microsoft.com/office/officeart/2005/8/layout/hChevron3"/>
    <dgm:cxn modelId="{59AF5535-F200-4F77-B1B3-BEFA1F545477}" type="presParOf" srcId="{09B26E96-3C67-4FBD-B29A-4C121F7BCCF0}" destId="{8121185C-719C-4CAD-B4DE-040B9F9AE735}" srcOrd="8" destOrd="0" presId="urn:microsoft.com/office/officeart/2005/8/layout/hChevron3"/>
  </dgm:cxnLst>
  <dgm:bg/>
  <dgm:whole>
    <a:ln w="3175">
      <a:noFill/>
    </a:ln>
  </dgm:whole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DC348AF8-51D9-481A-8B70-9367988FE7B5}" type="doc">
      <dgm:prSet loTypeId="urn:microsoft.com/office/officeart/2005/8/layout/hChevron3" loCatId="process" qsTypeId="urn:microsoft.com/office/officeart/2005/8/quickstyle/simple1" qsCatId="simple" csTypeId="urn:microsoft.com/office/officeart/2005/8/colors/accent3_2" csCatId="accent3" phldr="1"/>
      <dgm:spPr/>
    </dgm:pt>
    <dgm:pt modelId="{D7D3EFFE-2FFE-4B74-8F2E-035FCBDCEF4B}">
      <dgm:prSet phldrT="[Texte]" custT="1"/>
      <dgm:spPr>
        <a:solidFill>
          <a:srgbClr val="265991"/>
        </a:solidFill>
      </dgm:spPr>
      <dgm:t>
        <a:bodyPr/>
        <a:lstStyle/>
        <a:p>
          <a:r>
            <a:rPr lang="fr-FR" sz="1400" b="1" cap="none" spc="50" dirty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Contexte</a:t>
          </a:r>
        </a:p>
      </dgm:t>
    </dgm:pt>
    <dgm:pt modelId="{162B2F44-05C6-4902-B9C8-95F6057846F6}" type="parTrans" cxnId="{3B325703-CCEF-49A7-B36C-834CA26073BF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171309EE-4FB4-4CCE-B321-EF23B0CD3A16}" type="sibTrans" cxnId="{3B325703-CCEF-49A7-B36C-834CA26073BF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E04E02D5-14CC-4DA6-AD1F-2A18A8BD726D}">
      <dgm:prSet phldrT="[Texte]" custT="1"/>
      <dgm:spPr>
        <a:solidFill>
          <a:srgbClr val="265991"/>
        </a:solidFill>
      </dgm:spPr>
      <dgm:t>
        <a:bodyPr/>
        <a:lstStyle/>
        <a:p>
          <a:r>
            <a:rPr lang="fr-FR" sz="1400" b="1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Problématique</a:t>
          </a:r>
          <a:endParaRPr lang="fr-FR" sz="1400" b="1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F9E873E2-633D-4816-9B5E-62F3CAB120E5}" type="parTrans" cxnId="{038CB1CA-9F91-461E-93CC-5132EEFB37A8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6A0044C8-3E52-4009-8711-5D4154E9AB7C}" type="sibTrans" cxnId="{038CB1CA-9F91-461E-93CC-5132EEFB37A8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1A65B276-66D7-4543-B146-8B4C5254EE98}">
      <dgm:prSet custT="1"/>
      <dgm:spPr>
        <a:solidFill>
          <a:srgbClr val="265991"/>
        </a:solidFill>
      </dgm:spPr>
      <dgm:t>
        <a:bodyPr/>
        <a:lstStyle/>
        <a:p>
          <a:r>
            <a:rPr lang="fr-FR" sz="1400" b="1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Conception</a:t>
          </a:r>
          <a:endParaRPr lang="fr-FR" sz="1400" b="1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480B6B42-3DA4-4BB2-B023-C925D0017DE3}" type="parTrans" cxnId="{39CF71EF-1E72-4B34-B37D-ADB51E91F2B3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49F5634D-F412-4AC9-AE6B-CEAF7F109A57}" type="sibTrans" cxnId="{39CF71EF-1E72-4B34-B37D-ADB51E91F2B3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1BEF75F8-84F2-41E0-A324-AC6221199725}">
      <dgm:prSet custT="1"/>
      <dgm:spPr>
        <a:solidFill>
          <a:srgbClr val="265991"/>
        </a:solidFill>
      </dgm:spPr>
      <dgm:t>
        <a:bodyPr/>
        <a:lstStyle/>
        <a:p>
          <a:r>
            <a:rPr lang="fr-FR" sz="1400" b="1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Organisation</a:t>
          </a:r>
          <a:endParaRPr lang="fr-FR" sz="1400" b="1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47A63A2C-ABA9-4570-9999-B61DE9159206}" type="parTrans" cxnId="{5C33DAFA-063B-4BC0-B57E-7FAB07108AFD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A49280D6-D69E-454A-BF7C-DAC7B208CC27}" type="sibTrans" cxnId="{5C33DAFA-063B-4BC0-B57E-7FAB07108AFD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4178EB1B-9B29-4DCC-AA31-93704953D2AC}">
      <dgm:prSet custT="1"/>
      <dgm:spPr>
        <a:solidFill>
          <a:srgbClr val="C00000"/>
        </a:solidFill>
      </dgm:spPr>
      <dgm:t>
        <a:bodyPr/>
        <a:lstStyle/>
        <a:p>
          <a:r>
            <a:rPr lang="fr-FR" sz="1400" b="1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Bilan </a:t>
          </a:r>
          <a:endParaRPr lang="fr-FR" sz="800" b="1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01047A68-035F-4F40-9003-AA33C3384389}" type="parTrans" cxnId="{4D57CB47-247E-44D1-BF1A-10975D66E3FF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E116D141-AF93-46E2-93D3-D064EE1A5AE5}" type="sibTrans" cxnId="{4D57CB47-247E-44D1-BF1A-10975D66E3FF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09B26E96-3C67-4FBD-B29A-4C121F7BCCF0}" type="pres">
      <dgm:prSet presAssocID="{DC348AF8-51D9-481A-8B70-9367988FE7B5}" presName="Name0" presStyleCnt="0">
        <dgm:presLayoutVars>
          <dgm:dir/>
          <dgm:resizeHandles val="exact"/>
        </dgm:presLayoutVars>
      </dgm:prSet>
      <dgm:spPr/>
    </dgm:pt>
    <dgm:pt modelId="{7F8C3C3E-0442-4ECD-AF56-AA5115CBD453}" type="pres">
      <dgm:prSet presAssocID="{D7D3EFFE-2FFE-4B74-8F2E-035FCBDCEF4B}" presName="parTxOnly" presStyleLbl="node1" presStyleIdx="0" presStyleCnt="5" custScaleX="127706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072EB2B1-4609-4BA6-96C0-6B4F128F7643}" type="pres">
      <dgm:prSet presAssocID="{171309EE-4FB4-4CCE-B321-EF23B0CD3A16}" presName="parSpace" presStyleCnt="0"/>
      <dgm:spPr/>
    </dgm:pt>
    <dgm:pt modelId="{5D4E571A-31D9-48DC-B811-D97638832778}" type="pres">
      <dgm:prSet presAssocID="{E04E02D5-14CC-4DA6-AD1F-2A18A8BD726D}" presName="parTxOnly" presStyleLbl="node1" presStyleIdx="1" presStyleCnt="5" custScaleX="13892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FFB95CC4-9AA4-4FE4-902A-ECB65798ECA5}" type="pres">
      <dgm:prSet presAssocID="{6A0044C8-3E52-4009-8711-5D4154E9AB7C}" presName="parSpace" presStyleCnt="0"/>
      <dgm:spPr/>
    </dgm:pt>
    <dgm:pt modelId="{7B4EDA10-283B-4D2C-AE07-6856C2500E37}" type="pres">
      <dgm:prSet presAssocID="{1A65B276-66D7-4543-B146-8B4C5254EE98}" presName="parTxOnly" presStyleLbl="node1" presStyleIdx="2" presStyleCnt="5" custScaleX="145671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06D4D012-8B6F-4CDF-9C60-E38C9CFBA58F}" type="pres">
      <dgm:prSet presAssocID="{49F5634D-F412-4AC9-AE6B-CEAF7F109A57}" presName="parSpace" presStyleCnt="0"/>
      <dgm:spPr/>
    </dgm:pt>
    <dgm:pt modelId="{C6D383C7-BD7D-47CD-8134-F7BDD08963C0}" type="pres">
      <dgm:prSet presAssocID="{1BEF75F8-84F2-41E0-A324-AC6221199725}" presName="parTxOnly" presStyleLbl="node1" presStyleIdx="3" presStyleCnt="5" custScaleX="12704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B045F45-F5E4-4E9B-B8B8-1F7E1BF53E00}" type="pres">
      <dgm:prSet presAssocID="{A49280D6-D69E-454A-BF7C-DAC7B208CC27}" presName="parSpace" presStyleCnt="0"/>
      <dgm:spPr/>
    </dgm:pt>
    <dgm:pt modelId="{8121185C-719C-4CAD-B4DE-040B9F9AE735}" type="pres">
      <dgm:prSet presAssocID="{4178EB1B-9B29-4DCC-AA31-93704953D2AC}" presName="parTxOnly" presStyleLbl="node1" presStyleIdx="4" presStyleCnt="5" custScaleX="109833" custLinFactNeighborX="-5988" custLinFactNeighborY="998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707A2000-BFA8-4309-ADDA-E0B3D36CA874}" type="presOf" srcId="{1A65B276-66D7-4543-B146-8B4C5254EE98}" destId="{7B4EDA10-283B-4D2C-AE07-6856C2500E37}" srcOrd="0" destOrd="0" presId="urn:microsoft.com/office/officeart/2005/8/layout/hChevron3"/>
    <dgm:cxn modelId="{20D6BD7F-6CFE-4584-A84B-B50886359E37}" type="presOf" srcId="{4178EB1B-9B29-4DCC-AA31-93704953D2AC}" destId="{8121185C-719C-4CAD-B4DE-040B9F9AE735}" srcOrd="0" destOrd="0" presId="urn:microsoft.com/office/officeart/2005/8/layout/hChevron3"/>
    <dgm:cxn modelId="{2D10028A-D462-4C34-A2DD-94558B2BE34C}" type="presOf" srcId="{1BEF75F8-84F2-41E0-A324-AC6221199725}" destId="{C6D383C7-BD7D-47CD-8134-F7BDD08963C0}" srcOrd="0" destOrd="0" presId="urn:microsoft.com/office/officeart/2005/8/layout/hChevron3"/>
    <dgm:cxn modelId="{5C33DAFA-063B-4BC0-B57E-7FAB07108AFD}" srcId="{DC348AF8-51D9-481A-8B70-9367988FE7B5}" destId="{1BEF75F8-84F2-41E0-A324-AC6221199725}" srcOrd="3" destOrd="0" parTransId="{47A63A2C-ABA9-4570-9999-B61DE9159206}" sibTransId="{A49280D6-D69E-454A-BF7C-DAC7B208CC27}"/>
    <dgm:cxn modelId="{3B325703-CCEF-49A7-B36C-834CA26073BF}" srcId="{DC348AF8-51D9-481A-8B70-9367988FE7B5}" destId="{D7D3EFFE-2FFE-4B74-8F2E-035FCBDCEF4B}" srcOrd="0" destOrd="0" parTransId="{162B2F44-05C6-4902-B9C8-95F6057846F6}" sibTransId="{171309EE-4FB4-4CCE-B321-EF23B0CD3A16}"/>
    <dgm:cxn modelId="{55EEB9D7-B81F-434F-AF71-5B76D0DBC92E}" type="presOf" srcId="{DC348AF8-51D9-481A-8B70-9367988FE7B5}" destId="{09B26E96-3C67-4FBD-B29A-4C121F7BCCF0}" srcOrd="0" destOrd="0" presId="urn:microsoft.com/office/officeart/2005/8/layout/hChevron3"/>
    <dgm:cxn modelId="{D6EB5D86-D7C1-4BF7-820C-E404FC7150C7}" type="presOf" srcId="{D7D3EFFE-2FFE-4B74-8F2E-035FCBDCEF4B}" destId="{7F8C3C3E-0442-4ECD-AF56-AA5115CBD453}" srcOrd="0" destOrd="0" presId="urn:microsoft.com/office/officeart/2005/8/layout/hChevron3"/>
    <dgm:cxn modelId="{A87785E2-13FD-4D72-843C-8B4A07A43917}" type="presOf" srcId="{E04E02D5-14CC-4DA6-AD1F-2A18A8BD726D}" destId="{5D4E571A-31D9-48DC-B811-D97638832778}" srcOrd="0" destOrd="0" presId="urn:microsoft.com/office/officeart/2005/8/layout/hChevron3"/>
    <dgm:cxn modelId="{038CB1CA-9F91-461E-93CC-5132EEFB37A8}" srcId="{DC348AF8-51D9-481A-8B70-9367988FE7B5}" destId="{E04E02D5-14CC-4DA6-AD1F-2A18A8BD726D}" srcOrd="1" destOrd="0" parTransId="{F9E873E2-633D-4816-9B5E-62F3CAB120E5}" sibTransId="{6A0044C8-3E52-4009-8711-5D4154E9AB7C}"/>
    <dgm:cxn modelId="{39CF71EF-1E72-4B34-B37D-ADB51E91F2B3}" srcId="{DC348AF8-51D9-481A-8B70-9367988FE7B5}" destId="{1A65B276-66D7-4543-B146-8B4C5254EE98}" srcOrd="2" destOrd="0" parTransId="{480B6B42-3DA4-4BB2-B023-C925D0017DE3}" sibTransId="{49F5634D-F412-4AC9-AE6B-CEAF7F109A57}"/>
    <dgm:cxn modelId="{4D57CB47-247E-44D1-BF1A-10975D66E3FF}" srcId="{DC348AF8-51D9-481A-8B70-9367988FE7B5}" destId="{4178EB1B-9B29-4DCC-AA31-93704953D2AC}" srcOrd="4" destOrd="0" parTransId="{01047A68-035F-4F40-9003-AA33C3384389}" sibTransId="{E116D141-AF93-46E2-93D3-D064EE1A5AE5}"/>
    <dgm:cxn modelId="{448EC21E-2337-42D0-ADE7-25199B99542F}" type="presParOf" srcId="{09B26E96-3C67-4FBD-B29A-4C121F7BCCF0}" destId="{7F8C3C3E-0442-4ECD-AF56-AA5115CBD453}" srcOrd="0" destOrd="0" presId="urn:microsoft.com/office/officeart/2005/8/layout/hChevron3"/>
    <dgm:cxn modelId="{B19D8627-9B2A-4958-AC9C-69535F8DFC9F}" type="presParOf" srcId="{09B26E96-3C67-4FBD-B29A-4C121F7BCCF0}" destId="{072EB2B1-4609-4BA6-96C0-6B4F128F7643}" srcOrd="1" destOrd="0" presId="urn:microsoft.com/office/officeart/2005/8/layout/hChevron3"/>
    <dgm:cxn modelId="{EDB44B2C-CE2D-4484-A126-13A6059F59F4}" type="presParOf" srcId="{09B26E96-3C67-4FBD-B29A-4C121F7BCCF0}" destId="{5D4E571A-31D9-48DC-B811-D97638832778}" srcOrd="2" destOrd="0" presId="urn:microsoft.com/office/officeart/2005/8/layout/hChevron3"/>
    <dgm:cxn modelId="{A76BF5E2-311B-4C29-AAE8-28EF431AB72C}" type="presParOf" srcId="{09B26E96-3C67-4FBD-B29A-4C121F7BCCF0}" destId="{FFB95CC4-9AA4-4FE4-902A-ECB65798ECA5}" srcOrd="3" destOrd="0" presId="urn:microsoft.com/office/officeart/2005/8/layout/hChevron3"/>
    <dgm:cxn modelId="{FDDF2138-B99C-4FA3-BF60-FB60262645DD}" type="presParOf" srcId="{09B26E96-3C67-4FBD-B29A-4C121F7BCCF0}" destId="{7B4EDA10-283B-4D2C-AE07-6856C2500E37}" srcOrd="4" destOrd="0" presId="urn:microsoft.com/office/officeart/2005/8/layout/hChevron3"/>
    <dgm:cxn modelId="{259D1BC8-08AB-443A-9AF7-B42EC879AAAA}" type="presParOf" srcId="{09B26E96-3C67-4FBD-B29A-4C121F7BCCF0}" destId="{06D4D012-8B6F-4CDF-9C60-E38C9CFBA58F}" srcOrd="5" destOrd="0" presId="urn:microsoft.com/office/officeart/2005/8/layout/hChevron3"/>
    <dgm:cxn modelId="{FE899A41-D082-44F7-8A67-AC86BA24A2A7}" type="presParOf" srcId="{09B26E96-3C67-4FBD-B29A-4C121F7BCCF0}" destId="{C6D383C7-BD7D-47CD-8134-F7BDD08963C0}" srcOrd="6" destOrd="0" presId="urn:microsoft.com/office/officeart/2005/8/layout/hChevron3"/>
    <dgm:cxn modelId="{CDD726F3-F96F-400E-97C1-EEE0EF020CE6}" type="presParOf" srcId="{09B26E96-3C67-4FBD-B29A-4C121F7BCCF0}" destId="{DB045F45-F5E4-4E9B-B8B8-1F7E1BF53E00}" srcOrd="7" destOrd="0" presId="urn:microsoft.com/office/officeart/2005/8/layout/hChevron3"/>
    <dgm:cxn modelId="{59AF5535-F200-4F77-B1B3-BEFA1F545477}" type="presParOf" srcId="{09B26E96-3C67-4FBD-B29A-4C121F7BCCF0}" destId="{8121185C-719C-4CAD-B4DE-040B9F9AE735}" srcOrd="8" destOrd="0" presId="urn:microsoft.com/office/officeart/2005/8/layout/hChevron3"/>
  </dgm:cxnLst>
  <dgm:bg/>
  <dgm:whole>
    <a:ln w="3175">
      <a:noFill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DC348AF8-51D9-481A-8B70-9367988FE7B5}" type="doc">
      <dgm:prSet loTypeId="urn:microsoft.com/office/officeart/2005/8/layout/hChevron3" loCatId="process" qsTypeId="urn:microsoft.com/office/officeart/2005/8/quickstyle/simple1" qsCatId="simple" csTypeId="urn:microsoft.com/office/officeart/2005/8/colors/accent3_2" csCatId="accent3" phldr="1"/>
      <dgm:spPr/>
    </dgm:pt>
    <dgm:pt modelId="{D7D3EFFE-2FFE-4B74-8F2E-035FCBDCEF4B}">
      <dgm:prSet phldrT="[Texte]" custT="1"/>
      <dgm:spPr>
        <a:solidFill>
          <a:srgbClr val="265991"/>
        </a:solidFill>
      </dgm:spPr>
      <dgm:t>
        <a:bodyPr/>
        <a:lstStyle/>
        <a:p>
          <a:r>
            <a:rPr lang="fr-FR" sz="1400" b="1" cap="none" spc="50" dirty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Contexte</a:t>
          </a:r>
        </a:p>
      </dgm:t>
    </dgm:pt>
    <dgm:pt modelId="{162B2F44-05C6-4902-B9C8-95F6057846F6}" type="parTrans" cxnId="{3B325703-CCEF-49A7-B36C-834CA26073BF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171309EE-4FB4-4CCE-B321-EF23B0CD3A16}" type="sibTrans" cxnId="{3B325703-CCEF-49A7-B36C-834CA26073BF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E04E02D5-14CC-4DA6-AD1F-2A18A8BD726D}">
      <dgm:prSet phldrT="[Texte]" custT="1"/>
      <dgm:spPr>
        <a:solidFill>
          <a:srgbClr val="265991"/>
        </a:solidFill>
      </dgm:spPr>
      <dgm:t>
        <a:bodyPr/>
        <a:lstStyle/>
        <a:p>
          <a:r>
            <a:rPr lang="fr-FR" sz="1400" b="1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Problématique</a:t>
          </a:r>
          <a:endParaRPr lang="fr-FR" sz="1400" b="1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F9E873E2-633D-4816-9B5E-62F3CAB120E5}" type="parTrans" cxnId="{038CB1CA-9F91-461E-93CC-5132EEFB37A8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6A0044C8-3E52-4009-8711-5D4154E9AB7C}" type="sibTrans" cxnId="{038CB1CA-9F91-461E-93CC-5132EEFB37A8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1A65B276-66D7-4543-B146-8B4C5254EE98}">
      <dgm:prSet custT="1"/>
      <dgm:spPr>
        <a:solidFill>
          <a:srgbClr val="265991"/>
        </a:solidFill>
      </dgm:spPr>
      <dgm:t>
        <a:bodyPr/>
        <a:lstStyle/>
        <a:p>
          <a:r>
            <a:rPr lang="fr-FR" sz="1400" b="1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Conception</a:t>
          </a:r>
          <a:endParaRPr lang="fr-FR" sz="1400" b="1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480B6B42-3DA4-4BB2-B023-C925D0017DE3}" type="parTrans" cxnId="{39CF71EF-1E72-4B34-B37D-ADB51E91F2B3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49F5634D-F412-4AC9-AE6B-CEAF7F109A57}" type="sibTrans" cxnId="{39CF71EF-1E72-4B34-B37D-ADB51E91F2B3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1BEF75F8-84F2-41E0-A324-AC6221199725}">
      <dgm:prSet custT="1"/>
      <dgm:spPr/>
      <dgm:t>
        <a:bodyPr/>
        <a:lstStyle/>
        <a:p>
          <a:r>
            <a:rPr lang="fr-FR" sz="1400" b="1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Organisation</a:t>
          </a:r>
          <a:endParaRPr lang="fr-FR" sz="1400" b="1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47A63A2C-ABA9-4570-9999-B61DE9159206}" type="parTrans" cxnId="{5C33DAFA-063B-4BC0-B57E-7FAB07108AFD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A49280D6-D69E-454A-BF7C-DAC7B208CC27}" type="sibTrans" cxnId="{5C33DAFA-063B-4BC0-B57E-7FAB07108AFD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4178EB1B-9B29-4DCC-AA31-93704953D2AC}">
      <dgm:prSet custT="1"/>
      <dgm:spPr>
        <a:solidFill>
          <a:srgbClr val="C00000"/>
        </a:solidFill>
      </dgm:spPr>
      <dgm:t>
        <a:bodyPr/>
        <a:lstStyle/>
        <a:p>
          <a:r>
            <a:rPr lang="fr-FR" sz="1400" b="1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Bilan </a:t>
          </a:r>
          <a:endParaRPr lang="fr-FR" sz="800" b="1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01047A68-035F-4F40-9003-AA33C3384389}" type="parTrans" cxnId="{4D57CB47-247E-44D1-BF1A-10975D66E3FF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E116D141-AF93-46E2-93D3-D064EE1A5AE5}" type="sibTrans" cxnId="{4D57CB47-247E-44D1-BF1A-10975D66E3FF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09B26E96-3C67-4FBD-B29A-4C121F7BCCF0}" type="pres">
      <dgm:prSet presAssocID="{DC348AF8-51D9-481A-8B70-9367988FE7B5}" presName="Name0" presStyleCnt="0">
        <dgm:presLayoutVars>
          <dgm:dir/>
          <dgm:resizeHandles val="exact"/>
        </dgm:presLayoutVars>
      </dgm:prSet>
      <dgm:spPr/>
    </dgm:pt>
    <dgm:pt modelId="{7F8C3C3E-0442-4ECD-AF56-AA5115CBD453}" type="pres">
      <dgm:prSet presAssocID="{D7D3EFFE-2FFE-4B74-8F2E-035FCBDCEF4B}" presName="parTxOnly" presStyleLbl="node1" presStyleIdx="0" presStyleCnt="5" custScaleX="127706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072EB2B1-4609-4BA6-96C0-6B4F128F7643}" type="pres">
      <dgm:prSet presAssocID="{171309EE-4FB4-4CCE-B321-EF23B0CD3A16}" presName="parSpace" presStyleCnt="0"/>
      <dgm:spPr/>
    </dgm:pt>
    <dgm:pt modelId="{5D4E571A-31D9-48DC-B811-D97638832778}" type="pres">
      <dgm:prSet presAssocID="{E04E02D5-14CC-4DA6-AD1F-2A18A8BD726D}" presName="parTxOnly" presStyleLbl="node1" presStyleIdx="1" presStyleCnt="5" custScaleX="13892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FFB95CC4-9AA4-4FE4-902A-ECB65798ECA5}" type="pres">
      <dgm:prSet presAssocID="{6A0044C8-3E52-4009-8711-5D4154E9AB7C}" presName="parSpace" presStyleCnt="0"/>
      <dgm:spPr/>
    </dgm:pt>
    <dgm:pt modelId="{7B4EDA10-283B-4D2C-AE07-6856C2500E37}" type="pres">
      <dgm:prSet presAssocID="{1A65B276-66D7-4543-B146-8B4C5254EE98}" presName="parTxOnly" presStyleLbl="node1" presStyleIdx="2" presStyleCnt="5" custScaleX="145671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06D4D012-8B6F-4CDF-9C60-E38C9CFBA58F}" type="pres">
      <dgm:prSet presAssocID="{49F5634D-F412-4AC9-AE6B-CEAF7F109A57}" presName="parSpace" presStyleCnt="0"/>
      <dgm:spPr/>
    </dgm:pt>
    <dgm:pt modelId="{C6D383C7-BD7D-47CD-8134-F7BDD08963C0}" type="pres">
      <dgm:prSet presAssocID="{1BEF75F8-84F2-41E0-A324-AC6221199725}" presName="parTxOnly" presStyleLbl="node1" presStyleIdx="3" presStyleCnt="5" custScaleX="12704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B045F45-F5E4-4E9B-B8B8-1F7E1BF53E00}" type="pres">
      <dgm:prSet presAssocID="{A49280D6-D69E-454A-BF7C-DAC7B208CC27}" presName="parSpace" presStyleCnt="0"/>
      <dgm:spPr/>
    </dgm:pt>
    <dgm:pt modelId="{8121185C-719C-4CAD-B4DE-040B9F9AE735}" type="pres">
      <dgm:prSet presAssocID="{4178EB1B-9B29-4DCC-AA31-93704953D2AC}" presName="parTxOnly" presStyleLbl="node1" presStyleIdx="4" presStyleCnt="5" custScaleX="109833" custLinFactNeighborX="-5988" custLinFactNeighborY="998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707A2000-BFA8-4309-ADDA-E0B3D36CA874}" type="presOf" srcId="{1A65B276-66D7-4543-B146-8B4C5254EE98}" destId="{7B4EDA10-283B-4D2C-AE07-6856C2500E37}" srcOrd="0" destOrd="0" presId="urn:microsoft.com/office/officeart/2005/8/layout/hChevron3"/>
    <dgm:cxn modelId="{20D6BD7F-6CFE-4584-A84B-B50886359E37}" type="presOf" srcId="{4178EB1B-9B29-4DCC-AA31-93704953D2AC}" destId="{8121185C-719C-4CAD-B4DE-040B9F9AE735}" srcOrd="0" destOrd="0" presId="urn:microsoft.com/office/officeart/2005/8/layout/hChevron3"/>
    <dgm:cxn modelId="{2D10028A-D462-4C34-A2DD-94558B2BE34C}" type="presOf" srcId="{1BEF75F8-84F2-41E0-A324-AC6221199725}" destId="{C6D383C7-BD7D-47CD-8134-F7BDD08963C0}" srcOrd="0" destOrd="0" presId="urn:microsoft.com/office/officeart/2005/8/layout/hChevron3"/>
    <dgm:cxn modelId="{5C33DAFA-063B-4BC0-B57E-7FAB07108AFD}" srcId="{DC348AF8-51D9-481A-8B70-9367988FE7B5}" destId="{1BEF75F8-84F2-41E0-A324-AC6221199725}" srcOrd="3" destOrd="0" parTransId="{47A63A2C-ABA9-4570-9999-B61DE9159206}" sibTransId="{A49280D6-D69E-454A-BF7C-DAC7B208CC27}"/>
    <dgm:cxn modelId="{3B325703-CCEF-49A7-B36C-834CA26073BF}" srcId="{DC348AF8-51D9-481A-8B70-9367988FE7B5}" destId="{D7D3EFFE-2FFE-4B74-8F2E-035FCBDCEF4B}" srcOrd="0" destOrd="0" parTransId="{162B2F44-05C6-4902-B9C8-95F6057846F6}" sibTransId="{171309EE-4FB4-4CCE-B321-EF23B0CD3A16}"/>
    <dgm:cxn modelId="{55EEB9D7-B81F-434F-AF71-5B76D0DBC92E}" type="presOf" srcId="{DC348AF8-51D9-481A-8B70-9367988FE7B5}" destId="{09B26E96-3C67-4FBD-B29A-4C121F7BCCF0}" srcOrd="0" destOrd="0" presId="urn:microsoft.com/office/officeart/2005/8/layout/hChevron3"/>
    <dgm:cxn modelId="{D6EB5D86-D7C1-4BF7-820C-E404FC7150C7}" type="presOf" srcId="{D7D3EFFE-2FFE-4B74-8F2E-035FCBDCEF4B}" destId="{7F8C3C3E-0442-4ECD-AF56-AA5115CBD453}" srcOrd="0" destOrd="0" presId="urn:microsoft.com/office/officeart/2005/8/layout/hChevron3"/>
    <dgm:cxn modelId="{A87785E2-13FD-4D72-843C-8B4A07A43917}" type="presOf" srcId="{E04E02D5-14CC-4DA6-AD1F-2A18A8BD726D}" destId="{5D4E571A-31D9-48DC-B811-D97638832778}" srcOrd="0" destOrd="0" presId="urn:microsoft.com/office/officeart/2005/8/layout/hChevron3"/>
    <dgm:cxn modelId="{038CB1CA-9F91-461E-93CC-5132EEFB37A8}" srcId="{DC348AF8-51D9-481A-8B70-9367988FE7B5}" destId="{E04E02D5-14CC-4DA6-AD1F-2A18A8BD726D}" srcOrd="1" destOrd="0" parTransId="{F9E873E2-633D-4816-9B5E-62F3CAB120E5}" sibTransId="{6A0044C8-3E52-4009-8711-5D4154E9AB7C}"/>
    <dgm:cxn modelId="{39CF71EF-1E72-4B34-B37D-ADB51E91F2B3}" srcId="{DC348AF8-51D9-481A-8B70-9367988FE7B5}" destId="{1A65B276-66D7-4543-B146-8B4C5254EE98}" srcOrd="2" destOrd="0" parTransId="{480B6B42-3DA4-4BB2-B023-C925D0017DE3}" sibTransId="{49F5634D-F412-4AC9-AE6B-CEAF7F109A57}"/>
    <dgm:cxn modelId="{4D57CB47-247E-44D1-BF1A-10975D66E3FF}" srcId="{DC348AF8-51D9-481A-8B70-9367988FE7B5}" destId="{4178EB1B-9B29-4DCC-AA31-93704953D2AC}" srcOrd="4" destOrd="0" parTransId="{01047A68-035F-4F40-9003-AA33C3384389}" sibTransId="{E116D141-AF93-46E2-93D3-D064EE1A5AE5}"/>
    <dgm:cxn modelId="{448EC21E-2337-42D0-ADE7-25199B99542F}" type="presParOf" srcId="{09B26E96-3C67-4FBD-B29A-4C121F7BCCF0}" destId="{7F8C3C3E-0442-4ECD-AF56-AA5115CBD453}" srcOrd="0" destOrd="0" presId="urn:microsoft.com/office/officeart/2005/8/layout/hChevron3"/>
    <dgm:cxn modelId="{B19D8627-9B2A-4958-AC9C-69535F8DFC9F}" type="presParOf" srcId="{09B26E96-3C67-4FBD-B29A-4C121F7BCCF0}" destId="{072EB2B1-4609-4BA6-96C0-6B4F128F7643}" srcOrd="1" destOrd="0" presId="urn:microsoft.com/office/officeart/2005/8/layout/hChevron3"/>
    <dgm:cxn modelId="{EDB44B2C-CE2D-4484-A126-13A6059F59F4}" type="presParOf" srcId="{09B26E96-3C67-4FBD-B29A-4C121F7BCCF0}" destId="{5D4E571A-31D9-48DC-B811-D97638832778}" srcOrd="2" destOrd="0" presId="urn:microsoft.com/office/officeart/2005/8/layout/hChevron3"/>
    <dgm:cxn modelId="{A76BF5E2-311B-4C29-AAE8-28EF431AB72C}" type="presParOf" srcId="{09B26E96-3C67-4FBD-B29A-4C121F7BCCF0}" destId="{FFB95CC4-9AA4-4FE4-902A-ECB65798ECA5}" srcOrd="3" destOrd="0" presId="urn:microsoft.com/office/officeart/2005/8/layout/hChevron3"/>
    <dgm:cxn modelId="{FDDF2138-B99C-4FA3-BF60-FB60262645DD}" type="presParOf" srcId="{09B26E96-3C67-4FBD-B29A-4C121F7BCCF0}" destId="{7B4EDA10-283B-4D2C-AE07-6856C2500E37}" srcOrd="4" destOrd="0" presId="urn:microsoft.com/office/officeart/2005/8/layout/hChevron3"/>
    <dgm:cxn modelId="{259D1BC8-08AB-443A-9AF7-B42EC879AAAA}" type="presParOf" srcId="{09B26E96-3C67-4FBD-B29A-4C121F7BCCF0}" destId="{06D4D012-8B6F-4CDF-9C60-E38C9CFBA58F}" srcOrd="5" destOrd="0" presId="urn:microsoft.com/office/officeart/2005/8/layout/hChevron3"/>
    <dgm:cxn modelId="{FE899A41-D082-44F7-8A67-AC86BA24A2A7}" type="presParOf" srcId="{09B26E96-3C67-4FBD-B29A-4C121F7BCCF0}" destId="{C6D383C7-BD7D-47CD-8134-F7BDD08963C0}" srcOrd="6" destOrd="0" presId="urn:microsoft.com/office/officeart/2005/8/layout/hChevron3"/>
    <dgm:cxn modelId="{CDD726F3-F96F-400E-97C1-EEE0EF020CE6}" type="presParOf" srcId="{09B26E96-3C67-4FBD-B29A-4C121F7BCCF0}" destId="{DB045F45-F5E4-4E9B-B8B8-1F7E1BF53E00}" srcOrd="7" destOrd="0" presId="urn:microsoft.com/office/officeart/2005/8/layout/hChevron3"/>
    <dgm:cxn modelId="{59AF5535-F200-4F77-B1B3-BEFA1F545477}" type="presParOf" srcId="{09B26E96-3C67-4FBD-B29A-4C121F7BCCF0}" destId="{8121185C-719C-4CAD-B4DE-040B9F9AE735}" srcOrd="8" destOrd="0" presId="urn:microsoft.com/office/officeart/2005/8/layout/hChevron3"/>
  </dgm:cxnLst>
  <dgm:bg/>
  <dgm:whole>
    <a:ln w="3175">
      <a:noFill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506C4034-FF1D-42CF-80BC-7955782228CC}" type="doc">
      <dgm:prSet loTypeId="urn:microsoft.com/office/officeart/2005/8/layout/vList3" loCatId="list" qsTypeId="urn:microsoft.com/office/officeart/2005/8/quickstyle/simple1" qsCatId="simple" csTypeId="urn:microsoft.com/office/officeart/2005/8/colors/colorful2" csCatId="colorful" phldr="1"/>
      <dgm:spPr/>
    </dgm:pt>
    <dgm:pt modelId="{DD7B10C9-C98F-432E-91DB-7EE4AC524678}">
      <dgm:prSet phldrT="[Texte]"/>
      <dgm:spPr/>
      <dgm:t>
        <a:bodyPr/>
        <a:lstStyle/>
        <a:p>
          <a:pPr rtl="0"/>
          <a:r>
            <a:rPr kumimoji="0" lang="fr-FR" altLang="fr-FR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Bilan :</a:t>
          </a:r>
          <a:r>
            <a:rPr kumimoji="0" lang="fr-FR" altLang="fr-F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 Conception validée &amp; Audit terminé </a:t>
          </a:r>
          <a:endParaRPr lang="fr-FR" dirty="0"/>
        </a:p>
      </dgm:t>
    </dgm:pt>
    <dgm:pt modelId="{349B06E3-070D-47B0-9F2C-E00C16AAFE55}" type="parTrans" cxnId="{C5B05473-813D-425D-96C9-63F08931CBD5}">
      <dgm:prSet/>
      <dgm:spPr/>
      <dgm:t>
        <a:bodyPr/>
        <a:lstStyle/>
        <a:p>
          <a:endParaRPr lang="fr-FR"/>
        </a:p>
      </dgm:t>
    </dgm:pt>
    <dgm:pt modelId="{B5EF1307-7D3A-45D3-B9E9-C0FA4E9F9684}" type="sibTrans" cxnId="{C5B05473-813D-425D-96C9-63F08931CBD5}">
      <dgm:prSet/>
      <dgm:spPr/>
      <dgm:t>
        <a:bodyPr/>
        <a:lstStyle/>
        <a:p>
          <a:endParaRPr lang="fr-FR"/>
        </a:p>
      </dgm:t>
    </dgm:pt>
    <dgm:pt modelId="{E01F41FC-C4C8-49EB-B149-1E4556940535}">
      <dgm:prSet phldrT="[Texte]"/>
      <dgm:spPr/>
      <dgm:t>
        <a:bodyPr/>
        <a:lstStyle/>
        <a:p>
          <a:pPr rtl="0"/>
          <a:r>
            <a:rPr kumimoji="0" lang="fr-FR" altLang="fr-FR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Technique :</a:t>
          </a:r>
          <a:r>
            <a:rPr kumimoji="0" lang="fr-FR" altLang="fr-F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 Environnement Python &amp; Git opérationnel </a:t>
          </a:r>
          <a:endParaRPr lang="fr-FR" dirty="0"/>
        </a:p>
      </dgm:t>
    </dgm:pt>
    <dgm:pt modelId="{5F27FF70-8343-4724-82F5-6AD444EEC0E9}" type="parTrans" cxnId="{982A002F-A242-4E84-A7AE-593583F6479D}">
      <dgm:prSet/>
      <dgm:spPr/>
      <dgm:t>
        <a:bodyPr/>
        <a:lstStyle/>
        <a:p>
          <a:endParaRPr lang="fr-FR"/>
        </a:p>
      </dgm:t>
    </dgm:pt>
    <dgm:pt modelId="{884C35FD-14E3-492C-A097-FD4A32C55463}" type="sibTrans" cxnId="{982A002F-A242-4E84-A7AE-593583F6479D}">
      <dgm:prSet/>
      <dgm:spPr/>
      <dgm:t>
        <a:bodyPr/>
        <a:lstStyle/>
        <a:p>
          <a:endParaRPr lang="fr-FR"/>
        </a:p>
      </dgm:t>
    </dgm:pt>
    <dgm:pt modelId="{5CB4D9BF-19FF-4650-AAEB-A2A5395E6A9E}">
      <dgm:prSet phldrT="[Texte]"/>
      <dgm:spPr/>
      <dgm:t>
        <a:bodyPr/>
        <a:lstStyle/>
        <a:p>
          <a:r>
            <a:rPr kumimoji="0" lang="fr-FR" altLang="fr-FR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Suite :</a:t>
          </a:r>
          <a:r>
            <a:rPr kumimoji="0" lang="fr-FR" altLang="fr-F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 Démarrage du Sprint 1 (</a:t>
          </a:r>
          <a:r>
            <a:rPr kumimoji="0" lang="fr-FR" altLang="fr-FR" b="0" i="0" u="none" strike="noStrike" cap="none" normalizeH="0" baseline="0" dirty="0" err="1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Parsing</a:t>
          </a:r>
          <a:r>
            <a:rPr kumimoji="0" lang="fr-FR" altLang="fr-F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) dès lundi</a:t>
          </a:r>
          <a:endParaRPr kumimoji="0" lang="fr-FR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endParaRPr>
        </a:p>
      </dgm:t>
    </dgm:pt>
    <dgm:pt modelId="{C4348921-5185-4C6E-9314-9DC758099A98}" type="parTrans" cxnId="{AC92E3C4-9CFC-4375-9F2D-699EAC7DF1AF}">
      <dgm:prSet/>
      <dgm:spPr/>
      <dgm:t>
        <a:bodyPr/>
        <a:lstStyle/>
        <a:p>
          <a:endParaRPr lang="fr-FR"/>
        </a:p>
      </dgm:t>
    </dgm:pt>
    <dgm:pt modelId="{E54C1D57-8565-4028-9AF1-26D5604FA56B}" type="sibTrans" cxnId="{AC92E3C4-9CFC-4375-9F2D-699EAC7DF1AF}">
      <dgm:prSet/>
      <dgm:spPr/>
      <dgm:t>
        <a:bodyPr/>
        <a:lstStyle/>
        <a:p>
          <a:endParaRPr lang="fr-FR"/>
        </a:p>
      </dgm:t>
    </dgm:pt>
    <dgm:pt modelId="{3ED439D2-7E2E-4F8F-9849-0014D2791706}" type="pres">
      <dgm:prSet presAssocID="{506C4034-FF1D-42CF-80BC-7955782228CC}" presName="linearFlow" presStyleCnt="0">
        <dgm:presLayoutVars>
          <dgm:dir/>
          <dgm:resizeHandles val="exact"/>
        </dgm:presLayoutVars>
      </dgm:prSet>
      <dgm:spPr/>
    </dgm:pt>
    <dgm:pt modelId="{5AC2B10D-1073-4137-B595-770BA8C8C7CD}" type="pres">
      <dgm:prSet presAssocID="{DD7B10C9-C98F-432E-91DB-7EE4AC524678}" presName="composite" presStyleCnt="0"/>
      <dgm:spPr/>
    </dgm:pt>
    <dgm:pt modelId="{5942B889-59E3-4084-9B79-324FF3B11AFD}" type="pres">
      <dgm:prSet presAssocID="{DD7B10C9-C98F-432E-91DB-7EE4AC524678}" presName="imgShp" presStyleLbl="fgImgPlace1" presStyleIdx="0" presStyleCnt="3"/>
      <dgm:spPr>
        <a:blipFill rotWithShape="1">
          <a:blip xmlns:r="http://schemas.openxmlformats.org/officeDocument/2006/relationships" r:embed="rId1"/>
          <a:stretch>
            <a:fillRect/>
          </a:stretch>
        </a:blipFill>
      </dgm:spPr>
    </dgm:pt>
    <dgm:pt modelId="{811EF63C-CF42-43CD-9F2B-1ABE05983E52}" type="pres">
      <dgm:prSet presAssocID="{DD7B10C9-C98F-432E-91DB-7EE4AC524678}" presName="txShp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7107EF1B-6130-41F6-8BB6-F3C898D29E5D}" type="pres">
      <dgm:prSet presAssocID="{B5EF1307-7D3A-45D3-B9E9-C0FA4E9F9684}" presName="spacing" presStyleCnt="0"/>
      <dgm:spPr/>
    </dgm:pt>
    <dgm:pt modelId="{556FBAB6-5BFA-44CB-A42B-ADDF4F735067}" type="pres">
      <dgm:prSet presAssocID="{E01F41FC-C4C8-49EB-B149-1E4556940535}" presName="composite" presStyleCnt="0"/>
      <dgm:spPr/>
    </dgm:pt>
    <dgm:pt modelId="{EBB411AB-32A4-4631-8DFA-7DFDCD33C210}" type="pres">
      <dgm:prSet presAssocID="{E01F41FC-C4C8-49EB-B149-1E4556940535}" presName="imgShp" presStyleLbl="fgImgPlace1" presStyleIdx="1" presStyleCnt="3"/>
      <dgm:spPr>
        <a:blipFill rotWithShape="1">
          <a:blip xmlns:r="http://schemas.openxmlformats.org/officeDocument/2006/relationships" r:embed="rId2"/>
          <a:stretch>
            <a:fillRect/>
          </a:stretch>
        </a:blipFill>
      </dgm:spPr>
    </dgm:pt>
    <dgm:pt modelId="{8B4C8C73-9EC5-48DE-A202-A460B46D532B}" type="pres">
      <dgm:prSet presAssocID="{E01F41FC-C4C8-49EB-B149-1E4556940535}" presName="txShp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797169FC-B631-4555-A75F-C5E1B866FBFA}" type="pres">
      <dgm:prSet presAssocID="{884C35FD-14E3-492C-A097-FD4A32C55463}" presName="spacing" presStyleCnt="0"/>
      <dgm:spPr/>
    </dgm:pt>
    <dgm:pt modelId="{0EDC44F2-2511-4CA1-9C2D-35FED72DB0AD}" type="pres">
      <dgm:prSet presAssocID="{5CB4D9BF-19FF-4650-AAEB-A2A5395E6A9E}" presName="composite" presStyleCnt="0"/>
      <dgm:spPr/>
    </dgm:pt>
    <dgm:pt modelId="{D81B9F52-F3CC-4B2B-AB11-0CB8921E0D11}" type="pres">
      <dgm:prSet presAssocID="{5CB4D9BF-19FF-4650-AAEB-A2A5395E6A9E}" presName="imgShp" presStyleLbl="fgImgPlace1" presStyleIdx="2" presStyleCnt="3"/>
      <dgm:spPr>
        <a:blipFill rotWithShape="1">
          <a:blip xmlns:r="http://schemas.openxmlformats.org/officeDocument/2006/relationships" r:embed="rId3"/>
          <a:stretch>
            <a:fillRect/>
          </a:stretch>
        </a:blipFill>
      </dgm:spPr>
    </dgm:pt>
    <dgm:pt modelId="{A34143C2-78FB-445C-BE9D-0F44F6B87B34}" type="pres">
      <dgm:prSet presAssocID="{5CB4D9BF-19FF-4650-AAEB-A2A5395E6A9E}" presName="txShp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97B7BBD2-E30F-4DF0-B876-49AFCEE7B65D}" type="presOf" srcId="{506C4034-FF1D-42CF-80BC-7955782228CC}" destId="{3ED439D2-7E2E-4F8F-9849-0014D2791706}" srcOrd="0" destOrd="0" presId="urn:microsoft.com/office/officeart/2005/8/layout/vList3"/>
    <dgm:cxn modelId="{E82B94BD-DB0B-42E8-94C2-AEE9E91CA3DE}" type="presOf" srcId="{DD7B10C9-C98F-432E-91DB-7EE4AC524678}" destId="{811EF63C-CF42-43CD-9F2B-1ABE05983E52}" srcOrd="0" destOrd="0" presId="urn:microsoft.com/office/officeart/2005/8/layout/vList3"/>
    <dgm:cxn modelId="{C5B05473-813D-425D-96C9-63F08931CBD5}" srcId="{506C4034-FF1D-42CF-80BC-7955782228CC}" destId="{DD7B10C9-C98F-432E-91DB-7EE4AC524678}" srcOrd="0" destOrd="0" parTransId="{349B06E3-070D-47B0-9F2C-E00C16AAFE55}" sibTransId="{B5EF1307-7D3A-45D3-B9E9-C0FA4E9F9684}"/>
    <dgm:cxn modelId="{AC92E3C4-9CFC-4375-9F2D-699EAC7DF1AF}" srcId="{506C4034-FF1D-42CF-80BC-7955782228CC}" destId="{5CB4D9BF-19FF-4650-AAEB-A2A5395E6A9E}" srcOrd="2" destOrd="0" parTransId="{C4348921-5185-4C6E-9314-9DC758099A98}" sibTransId="{E54C1D57-8565-4028-9AF1-26D5604FA56B}"/>
    <dgm:cxn modelId="{AAEB8598-48E1-4B34-838C-304C94FE45F5}" type="presOf" srcId="{5CB4D9BF-19FF-4650-AAEB-A2A5395E6A9E}" destId="{A34143C2-78FB-445C-BE9D-0F44F6B87B34}" srcOrd="0" destOrd="0" presId="urn:microsoft.com/office/officeart/2005/8/layout/vList3"/>
    <dgm:cxn modelId="{982A002F-A242-4E84-A7AE-593583F6479D}" srcId="{506C4034-FF1D-42CF-80BC-7955782228CC}" destId="{E01F41FC-C4C8-49EB-B149-1E4556940535}" srcOrd="1" destOrd="0" parTransId="{5F27FF70-8343-4724-82F5-6AD444EEC0E9}" sibTransId="{884C35FD-14E3-492C-A097-FD4A32C55463}"/>
    <dgm:cxn modelId="{6AAC8F62-8CB0-4FCC-B1D0-B370A7613736}" type="presOf" srcId="{E01F41FC-C4C8-49EB-B149-1E4556940535}" destId="{8B4C8C73-9EC5-48DE-A202-A460B46D532B}" srcOrd="0" destOrd="0" presId="urn:microsoft.com/office/officeart/2005/8/layout/vList3"/>
    <dgm:cxn modelId="{7C72AE73-320B-4CDC-8F24-20792476C649}" type="presParOf" srcId="{3ED439D2-7E2E-4F8F-9849-0014D2791706}" destId="{5AC2B10D-1073-4137-B595-770BA8C8C7CD}" srcOrd="0" destOrd="0" presId="urn:microsoft.com/office/officeart/2005/8/layout/vList3"/>
    <dgm:cxn modelId="{59653605-AF15-45F1-89E2-055FEC023D20}" type="presParOf" srcId="{5AC2B10D-1073-4137-B595-770BA8C8C7CD}" destId="{5942B889-59E3-4084-9B79-324FF3B11AFD}" srcOrd="0" destOrd="0" presId="urn:microsoft.com/office/officeart/2005/8/layout/vList3"/>
    <dgm:cxn modelId="{A8166286-98BB-488F-A5DA-67F277740512}" type="presParOf" srcId="{5AC2B10D-1073-4137-B595-770BA8C8C7CD}" destId="{811EF63C-CF42-43CD-9F2B-1ABE05983E52}" srcOrd="1" destOrd="0" presId="urn:microsoft.com/office/officeart/2005/8/layout/vList3"/>
    <dgm:cxn modelId="{DADA4EA8-490F-420C-B93E-1CBF11588A06}" type="presParOf" srcId="{3ED439D2-7E2E-4F8F-9849-0014D2791706}" destId="{7107EF1B-6130-41F6-8BB6-F3C898D29E5D}" srcOrd="1" destOrd="0" presId="urn:microsoft.com/office/officeart/2005/8/layout/vList3"/>
    <dgm:cxn modelId="{6C77118C-BFA3-4A1E-8717-BAECBDAD6A07}" type="presParOf" srcId="{3ED439D2-7E2E-4F8F-9849-0014D2791706}" destId="{556FBAB6-5BFA-44CB-A42B-ADDF4F735067}" srcOrd="2" destOrd="0" presId="urn:microsoft.com/office/officeart/2005/8/layout/vList3"/>
    <dgm:cxn modelId="{2166AE7D-2D92-41E1-A13D-9CFC7D8EC91F}" type="presParOf" srcId="{556FBAB6-5BFA-44CB-A42B-ADDF4F735067}" destId="{EBB411AB-32A4-4631-8DFA-7DFDCD33C210}" srcOrd="0" destOrd="0" presId="urn:microsoft.com/office/officeart/2005/8/layout/vList3"/>
    <dgm:cxn modelId="{09196820-12B2-4815-B921-58ADB5F7507B}" type="presParOf" srcId="{556FBAB6-5BFA-44CB-A42B-ADDF4F735067}" destId="{8B4C8C73-9EC5-48DE-A202-A460B46D532B}" srcOrd="1" destOrd="0" presId="urn:microsoft.com/office/officeart/2005/8/layout/vList3"/>
    <dgm:cxn modelId="{EE8EA25C-6BB4-4D70-9790-2E94731F65BD}" type="presParOf" srcId="{3ED439D2-7E2E-4F8F-9849-0014D2791706}" destId="{797169FC-B631-4555-A75F-C5E1B866FBFA}" srcOrd="3" destOrd="0" presId="urn:microsoft.com/office/officeart/2005/8/layout/vList3"/>
    <dgm:cxn modelId="{8FA0B287-D740-4D98-AE2A-A3C85A450320}" type="presParOf" srcId="{3ED439D2-7E2E-4F8F-9849-0014D2791706}" destId="{0EDC44F2-2511-4CA1-9C2D-35FED72DB0AD}" srcOrd="4" destOrd="0" presId="urn:microsoft.com/office/officeart/2005/8/layout/vList3"/>
    <dgm:cxn modelId="{51DC34EF-CC0C-4D1A-86D1-40137E2D1009}" type="presParOf" srcId="{0EDC44F2-2511-4CA1-9C2D-35FED72DB0AD}" destId="{D81B9F52-F3CC-4B2B-AB11-0CB8921E0D11}" srcOrd="0" destOrd="0" presId="urn:microsoft.com/office/officeart/2005/8/layout/vList3"/>
    <dgm:cxn modelId="{3D3B508B-6A07-4BBC-B088-A21EBC531F33}" type="presParOf" srcId="{0EDC44F2-2511-4CA1-9C2D-35FED72DB0AD}" destId="{A34143C2-78FB-445C-BE9D-0F44F6B87B34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DC348AF8-51D9-481A-8B70-9367988FE7B5}" type="doc">
      <dgm:prSet loTypeId="urn:microsoft.com/office/officeart/2005/8/layout/hChevron3" loCatId="process" qsTypeId="urn:microsoft.com/office/officeart/2005/8/quickstyle/simple1" qsCatId="simple" csTypeId="urn:microsoft.com/office/officeart/2005/8/colors/accent3_2" csCatId="accent3" phldr="1"/>
      <dgm:spPr/>
    </dgm:pt>
    <dgm:pt modelId="{D7D3EFFE-2FFE-4B74-8F2E-035FCBDCEF4B}">
      <dgm:prSet phldrT="[Texte]" custT="1"/>
      <dgm:spPr>
        <a:solidFill>
          <a:srgbClr val="265991"/>
        </a:solidFill>
      </dgm:spPr>
      <dgm:t>
        <a:bodyPr/>
        <a:lstStyle/>
        <a:p>
          <a:r>
            <a:rPr lang="fr-FR" sz="1400" b="1" cap="none" spc="50" dirty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Contexte</a:t>
          </a:r>
        </a:p>
      </dgm:t>
    </dgm:pt>
    <dgm:pt modelId="{162B2F44-05C6-4902-B9C8-95F6057846F6}" type="parTrans" cxnId="{3B325703-CCEF-49A7-B36C-834CA26073BF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171309EE-4FB4-4CCE-B321-EF23B0CD3A16}" type="sibTrans" cxnId="{3B325703-CCEF-49A7-B36C-834CA26073BF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E04E02D5-14CC-4DA6-AD1F-2A18A8BD726D}">
      <dgm:prSet phldrT="[Texte]" custT="1"/>
      <dgm:spPr>
        <a:solidFill>
          <a:srgbClr val="265991"/>
        </a:solidFill>
      </dgm:spPr>
      <dgm:t>
        <a:bodyPr/>
        <a:lstStyle/>
        <a:p>
          <a:r>
            <a:rPr lang="fr-FR" sz="1400" b="1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Problématique</a:t>
          </a:r>
          <a:endParaRPr lang="fr-FR" sz="1400" b="1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F9E873E2-633D-4816-9B5E-62F3CAB120E5}" type="parTrans" cxnId="{038CB1CA-9F91-461E-93CC-5132EEFB37A8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6A0044C8-3E52-4009-8711-5D4154E9AB7C}" type="sibTrans" cxnId="{038CB1CA-9F91-461E-93CC-5132EEFB37A8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1A65B276-66D7-4543-B146-8B4C5254EE98}">
      <dgm:prSet custT="1"/>
      <dgm:spPr>
        <a:solidFill>
          <a:srgbClr val="265991"/>
        </a:solidFill>
      </dgm:spPr>
      <dgm:t>
        <a:bodyPr/>
        <a:lstStyle/>
        <a:p>
          <a:r>
            <a:rPr lang="fr-FR" sz="1400" b="1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Conception</a:t>
          </a:r>
          <a:endParaRPr lang="fr-FR" sz="1400" b="1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480B6B42-3DA4-4BB2-B023-C925D0017DE3}" type="parTrans" cxnId="{39CF71EF-1E72-4B34-B37D-ADB51E91F2B3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49F5634D-F412-4AC9-AE6B-CEAF7F109A57}" type="sibTrans" cxnId="{39CF71EF-1E72-4B34-B37D-ADB51E91F2B3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1BEF75F8-84F2-41E0-A324-AC6221199725}">
      <dgm:prSet custT="1"/>
      <dgm:spPr/>
      <dgm:t>
        <a:bodyPr/>
        <a:lstStyle/>
        <a:p>
          <a:r>
            <a:rPr lang="fr-FR" sz="1400" b="1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Organisation</a:t>
          </a:r>
          <a:endParaRPr lang="fr-FR" sz="1400" b="1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47A63A2C-ABA9-4570-9999-B61DE9159206}" type="parTrans" cxnId="{5C33DAFA-063B-4BC0-B57E-7FAB07108AFD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A49280D6-D69E-454A-BF7C-DAC7B208CC27}" type="sibTrans" cxnId="{5C33DAFA-063B-4BC0-B57E-7FAB07108AFD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4178EB1B-9B29-4DCC-AA31-93704953D2AC}">
      <dgm:prSet custT="1"/>
      <dgm:spPr>
        <a:solidFill>
          <a:srgbClr val="C00000"/>
        </a:solidFill>
      </dgm:spPr>
      <dgm:t>
        <a:bodyPr/>
        <a:lstStyle/>
        <a:p>
          <a:r>
            <a:rPr lang="fr-FR" sz="1400" b="1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Bilan </a:t>
          </a:r>
          <a:endParaRPr lang="fr-FR" sz="800" b="1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01047A68-035F-4F40-9003-AA33C3384389}" type="parTrans" cxnId="{4D57CB47-247E-44D1-BF1A-10975D66E3FF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E116D141-AF93-46E2-93D3-D064EE1A5AE5}" type="sibTrans" cxnId="{4D57CB47-247E-44D1-BF1A-10975D66E3FF}">
      <dgm:prSet/>
      <dgm:spPr/>
      <dgm:t>
        <a:bodyPr/>
        <a:lstStyle/>
        <a:p>
          <a:endParaRPr lang="fr-FR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09B26E96-3C67-4FBD-B29A-4C121F7BCCF0}" type="pres">
      <dgm:prSet presAssocID="{DC348AF8-51D9-481A-8B70-9367988FE7B5}" presName="Name0" presStyleCnt="0">
        <dgm:presLayoutVars>
          <dgm:dir/>
          <dgm:resizeHandles val="exact"/>
        </dgm:presLayoutVars>
      </dgm:prSet>
      <dgm:spPr/>
    </dgm:pt>
    <dgm:pt modelId="{7F8C3C3E-0442-4ECD-AF56-AA5115CBD453}" type="pres">
      <dgm:prSet presAssocID="{D7D3EFFE-2FFE-4B74-8F2E-035FCBDCEF4B}" presName="parTxOnly" presStyleLbl="node1" presStyleIdx="0" presStyleCnt="5" custScaleX="127706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072EB2B1-4609-4BA6-96C0-6B4F128F7643}" type="pres">
      <dgm:prSet presAssocID="{171309EE-4FB4-4CCE-B321-EF23B0CD3A16}" presName="parSpace" presStyleCnt="0"/>
      <dgm:spPr/>
    </dgm:pt>
    <dgm:pt modelId="{5D4E571A-31D9-48DC-B811-D97638832778}" type="pres">
      <dgm:prSet presAssocID="{E04E02D5-14CC-4DA6-AD1F-2A18A8BD726D}" presName="parTxOnly" presStyleLbl="node1" presStyleIdx="1" presStyleCnt="5" custScaleX="13892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FFB95CC4-9AA4-4FE4-902A-ECB65798ECA5}" type="pres">
      <dgm:prSet presAssocID="{6A0044C8-3E52-4009-8711-5D4154E9AB7C}" presName="parSpace" presStyleCnt="0"/>
      <dgm:spPr/>
    </dgm:pt>
    <dgm:pt modelId="{7B4EDA10-283B-4D2C-AE07-6856C2500E37}" type="pres">
      <dgm:prSet presAssocID="{1A65B276-66D7-4543-B146-8B4C5254EE98}" presName="parTxOnly" presStyleLbl="node1" presStyleIdx="2" presStyleCnt="5" custScaleX="145671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06D4D012-8B6F-4CDF-9C60-E38C9CFBA58F}" type="pres">
      <dgm:prSet presAssocID="{49F5634D-F412-4AC9-AE6B-CEAF7F109A57}" presName="parSpace" presStyleCnt="0"/>
      <dgm:spPr/>
    </dgm:pt>
    <dgm:pt modelId="{C6D383C7-BD7D-47CD-8134-F7BDD08963C0}" type="pres">
      <dgm:prSet presAssocID="{1BEF75F8-84F2-41E0-A324-AC6221199725}" presName="parTxOnly" presStyleLbl="node1" presStyleIdx="3" presStyleCnt="5" custScaleX="12704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B045F45-F5E4-4E9B-B8B8-1F7E1BF53E00}" type="pres">
      <dgm:prSet presAssocID="{A49280D6-D69E-454A-BF7C-DAC7B208CC27}" presName="parSpace" presStyleCnt="0"/>
      <dgm:spPr/>
    </dgm:pt>
    <dgm:pt modelId="{8121185C-719C-4CAD-B4DE-040B9F9AE735}" type="pres">
      <dgm:prSet presAssocID="{4178EB1B-9B29-4DCC-AA31-93704953D2AC}" presName="parTxOnly" presStyleLbl="node1" presStyleIdx="4" presStyleCnt="5" custScaleX="109833" custLinFactNeighborX="-5988" custLinFactNeighborY="998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707A2000-BFA8-4309-ADDA-E0B3D36CA874}" type="presOf" srcId="{1A65B276-66D7-4543-B146-8B4C5254EE98}" destId="{7B4EDA10-283B-4D2C-AE07-6856C2500E37}" srcOrd="0" destOrd="0" presId="urn:microsoft.com/office/officeart/2005/8/layout/hChevron3"/>
    <dgm:cxn modelId="{20D6BD7F-6CFE-4584-A84B-B50886359E37}" type="presOf" srcId="{4178EB1B-9B29-4DCC-AA31-93704953D2AC}" destId="{8121185C-719C-4CAD-B4DE-040B9F9AE735}" srcOrd="0" destOrd="0" presId="urn:microsoft.com/office/officeart/2005/8/layout/hChevron3"/>
    <dgm:cxn modelId="{2D10028A-D462-4C34-A2DD-94558B2BE34C}" type="presOf" srcId="{1BEF75F8-84F2-41E0-A324-AC6221199725}" destId="{C6D383C7-BD7D-47CD-8134-F7BDD08963C0}" srcOrd="0" destOrd="0" presId="urn:microsoft.com/office/officeart/2005/8/layout/hChevron3"/>
    <dgm:cxn modelId="{5C33DAFA-063B-4BC0-B57E-7FAB07108AFD}" srcId="{DC348AF8-51D9-481A-8B70-9367988FE7B5}" destId="{1BEF75F8-84F2-41E0-A324-AC6221199725}" srcOrd="3" destOrd="0" parTransId="{47A63A2C-ABA9-4570-9999-B61DE9159206}" sibTransId="{A49280D6-D69E-454A-BF7C-DAC7B208CC27}"/>
    <dgm:cxn modelId="{3B325703-CCEF-49A7-B36C-834CA26073BF}" srcId="{DC348AF8-51D9-481A-8B70-9367988FE7B5}" destId="{D7D3EFFE-2FFE-4B74-8F2E-035FCBDCEF4B}" srcOrd="0" destOrd="0" parTransId="{162B2F44-05C6-4902-B9C8-95F6057846F6}" sibTransId="{171309EE-4FB4-4CCE-B321-EF23B0CD3A16}"/>
    <dgm:cxn modelId="{55EEB9D7-B81F-434F-AF71-5B76D0DBC92E}" type="presOf" srcId="{DC348AF8-51D9-481A-8B70-9367988FE7B5}" destId="{09B26E96-3C67-4FBD-B29A-4C121F7BCCF0}" srcOrd="0" destOrd="0" presId="urn:microsoft.com/office/officeart/2005/8/layout/hChevron3"/>
    <dgm:cxn modelId="{D6EB5D86-D7C1-4BF7-820C-E404FC7150C7}" type="presOf" srcId="{D7D3EFFE-2FFE-4B74-8F2E-035FCBDCEF4B}" destId="{7F8C3C3E-0442-4ECD-AF56-AA5115CBD453}" srcOrd="0" destOrd="0" presId="urn:microsoft.com/office/officeart/2005/8/layout/hChevron3"/>
    <dgm:cxn modelId="{A87785E2-13FD-4D72-843C-8B4A07A43917}" type="presOf" srcId="{E04E02D5-14CC-4DA6-AD1F-2A18A8BD726D}" destId="{5D4E571A-31D9-48DC-B811-D97638832778}" srcOrd="0" destOrd="0" presId="urn:microsoft.com/office/officeart/2005/8/layout/hChevron3"/>
    <dgm:cxn modelId="{038CB1CA-9F91-461E-93CC-5132EEFB37A8}" srcId="{DC348AF8-51D9-481A-8B70-9367988FE7B5}" destId="{E04E02D5-14CC-4DA6-AD1F-2A18A8BD726D}" srcOrd="1" destOrd="0" parTransId="{F9E873E2-633D-4816-9B5E-62F3CAB120E5}" sibTransId="{6A0044C8-3E52-4009-8711-5D4154E9AB7C}"/>
    <dgm:cxn modelId="{39CF71EF-1E72-4B34-B37D-ADB51E91F2B3}" srcId="{DC348AF8-51D9-481A-8B70-9367988FE7B5}" destId="{1A65B276-66D7-4543-B146-8B4C5254EE98}" srcOrd="2" destOrd="0" parTransId="{480B6B42-3DA4-4BB2-B023-C925D0017DE3}" sibTransId="{49F5634D-F412-4AC9-AE6B-CEAF7F109A57}"/>
    <dgm:cxn modelId="{4D57CB47-247E-44D1-BF1A-10975D66E3FF}" srcId="{DC348AF8-51D9-481A-8B70-9367988FE7B5}" destId="{4178EB1B-9B29-4DCC-AA31-93704953D2AC}" srcOrd="4" destOrd="0" parTransId="{01047A68-035F-4F40-9003-AA33C3384389}" sibTransId="{E116D141-AF93-46E2-93D3-D064EE1A5AE5}"/>
    <dgm:cxn modelId="{448EC21E-2337-42D0-ADE7-25199B99542F}" type="presParOf" srcId="{09B26E96-3C67-4FBD-B29A-4C121F7BCCF0}" destId="{7F8C3C3E-0442-4ECD-AF56-AA5115CBD453}" srcOrd="0" destOrd="0" presId="urn:microsoft.com/office/officeart/2005/8/layout/hChevron3"/>
    <dgm:cxn modelId="{B19D8627-9B2A-4958-AC9C-69535F8DFC9F}" type="presParOf" srcId="{09B26E96-3C67-4FBD-B29A-4C121F7BCCF0}" destId="{072EB2B1-4609-4BA6-96C0-6B4F128F7643}" srcOrd="1" destOrd="0" presId="urn:microsoft.com/office/officeart/2005/8/layout/hChevron3"/>
    <dgm:cxn modelId="{EDB44B2C-CE2D-4484-A126-13A6059F59F4}" type="presParOf" srcId="{09B26E96-3C67-4FBD-B29A-4C121F7BCCF0}" destId="{5D4E571A-31D9-48DC-B811-D97638832778}" srcOrd="2" destOrd="0" presId="urn:microsoft.com/office/officeart/2005/8/layout/hChevron3"/>
    <dgm:cxn modelId="{A76BF5E2-311B-4C29-AAE8-28EF431AB72C}" type="presParOf" srcId="{09B26E96-3C67-4FBD-B29A-4C121F7BCCF0}" destId="{FFB95CC4-9AA4-4FE4-902A-ECB65798ECA5}" srcOrd="3" destOrd="0" presId="urn:microsoft.com/office/officeart/2005/8/layout/hChevron3"/>
    <dgm:cxn modelId="{FDDF2138-B99C-4FA3-BF60-FB60262645DD}" type="presParOf" srcId="{09B26E96-3C67-4FBD-B29A-4C121F7BCCF0}" destId="{7B4EDA10-283B-4D2C-AE07-6856C2500E37}" srcOrd="4" destOrd="0" presId="urn:microsoft.com/office/officeart/2005/8/layout/hChevron3"/>
    <dgm:cxn modelId="{259D1BC8-08AB-443A-9AF7-B42EC879AAAA}" type="presParOf" srcId="{09B26E96-3C67-4FBD-B29A-4C121F7BCCF0}" destId="{06D4D012-8B6F-4CDF-9C60-E38C9CFBA58F}" srcOrd="5" destOrd="0" presId="urn:microsoft.com/office/officeart/2005/8/layout/hChevron3"/>
    <dgm:cxn modelId="{FE899A41-D082-44F7-8A67-AC86BA24A2A7}" type="presParOf" srcId="{09B26E96-3C67-4FBD-B29A-4C121F7BCCF0}" destId="{C6D383C7-BD7D-47CD-8134-F7BDD08963C0}" srcOrd="6" destOrd="0" presId="urn:microsoft.com/office/officeart/2005/8/layout/hChevron3"/>
    <dgm:cxn modelId="{CDD726F3-F96F-400E-97C1-EEE0EF020CE6}" type="presParOf" srcId="{09B26E96-3C67-4FBD-B29A-4C121F7BCCF0}" destId="{DB045F45-F5E4-4E9B-B8B8-1F7E1BF53E00}" srcOrd="7" destOrd="0" presId="urn:microsoft.com/office/officeart/2005/8/layout/hChevron3"/>
    <dgm:cxn modelId="{59AF5535-F200-4F77-B1B3-BEFA1F545477}" type="presParOf" srcId="{09B26E96-3C67-4FBD-B29A-4C121F7BCCF0}" destId="{8121185C-719C-4CAD-B4DE-040B9F9AE735}" srcOrd="8" destOrd="0" presId="urn:microsoft.com/office/officeart/2005/8/layout/hChevron3"/>
  </dgm:cxnLst>
  <dgm:bg/>
  <dgm:whole>
    <a:ln w="3175">
      <a:noFill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D6E00F-9466-465A-A03E-92BDE1373F3E}">
      <dsp:nvSpPr>
        <dsp:cNvPr id="0" name=""/>
        <dsp:cNvSpPr/>
      </dsp:nvSpPr>
      <dsp:spPr>
        <a:xfrm>
          <a:off x="0" y="0"/>
          <a:ext cx="81280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89AE8D-AB55-47C1-B032-F63AC38012E2}">
      <dsp:nvSpPr>
        <dsp:cNvPr id="0" name=""/>
        <dsp:cNvSpPr/>
      </dsp:nvSpPr>
      <dsp:spPr>
        <a:xfrm>
          <a:off x="0" y="0"/>
          <a:ext cx="4509066" cy="54186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0" tIns="228600" rIns="228600" bIns="228600" numCol="1" spcCol="1270" anchor="t" anchorCtr="0">
          <a:noAutofit/>
        </a:bodyPr>
        <a:lstStyle/>
        <a:p>
          <a:pPr lvl="0" algn="l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6000" kern="1200" dirty="0">
              <a:solidFill>
                <a:schemeClr val="accent2">
                  <a:lumMod val="75000"/>
                </a:schemeClr>
              </a:solidFill>
              <a:latin typeface="+mj-lt"/>
              <a:ea typeface="+mj-ea"/>
              <a:cs typeface="+mj-cs"/>
            </a:rPr>
            <a:t>SOMMAIRE</a:t>
          </a:r>
        </a:p>
      </dsp:txBody>
      <dsp:txXfrm>
        <a:off x="0" y="0"/>
        <a:ext cx="4509066" cy="5418667"/>
      </dsp:txXfrm>
    </dsp:sp>
    <dsp:sp modelId="{1FE7FD2E-DFDC-444E-8693-A29AC4483B42}">
      <dsp:nvSpPr>
        <dsp:cNvPr id="0" name=""/>
        <dsp:cNvSpPr/>
      </dsp:nvSpPr>
      <dsp:spPr>
        <a:xfrm>
          <a:off x="4576813" y="51064"/>
          <a:ext cx="3545403" cy="10212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000" kern="1200" dirty="0" smtClean="0">
              <a:solidFill>
                <a:schemeClr val="accent2">
                  <a:lumMod val="75000"/>
                </a:schemeClr>
              </a:solidFill>
            </a:rPr>
            <a:t>CONTEXTE DU PROJET</a:t>
          </a:r>
          <a:endParaRPr lang="fr-FR" sz="2000" kern="1200" dirty="0">
            <a:solidFill>
              <a:schemeClr val="accent2">
                <a:lumMod val="75000"/>
              </a:schemeClr>
            </a:solidFill>
          </a:endParaRPr>
        </a:p>
      </dsp:txBody>
      <dsp:txXfrm>
        <a:off x="4576813" y="51064"/>
        <a:ext cx="3545403" cy="1021291"/>
      </dsp:txXfrm>
    </dsp:sp>
    <dsp:sp modelId="{07CDD929-429B-4CFD-B48A-7DD5304383D7}">
      <dsp:nvSpPr>
        <dsp:cNvPr id="0" name=""/>
        <dsp:cNvSpPr/>
      </dsp:nvSpPr>
      <dsp:spPr>
        <a:xfrm>
          <a:off x="4509066" y="1072356"/>
          <a:ext cx="361315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C7D353-E925-4DAB-A298-31ADA0392A02}">
      <dsp:nvSpPr>
        <dsp:cNvPr id="0" name=""/>
        <dsp:cNvSpPr/>
      </dsp:nvSpPr>
      <dsp:spPr>
        <a:xfrm>
          <a:off x="4576813" y="1123420"/>
          <a:ext cx="3545403" cy="10212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000" kern="1200" dirty="0" smtClean="0">
              <a:solidFill>
                <a:schemeClr val="accent2">
                  <a:lumMod val="75000"/>
                </a:schemeClr>
              </a:solidFill>
            </a:rPr>
            <a:t>PROBLEMATIQUE ET OBJECTIFS</a:t>
          </a:r>
          <a:endParaRPr lang="fr-FR" sz="2000" kern="1200" dirty="0">
            <a:solidFill>
              <a:schemeClr val="accent2">
                <a:lumMod val="75000"/>
              </a:schemeClr>
            </a:solidFill>
          </a:endParaRPr>
        </a:p>
      </dsp:txBody>
      <dsp:txXfrm>
        <a:off x="4576813" y="1123420"/>
        <a:ext cx="3545403" cy="1021291"/>
      </dsp:txXfrm>
    </dsp:sp>
    <dsp:sp modelId="{B9B4F454-0F5B-4328-B6B0-D6FC2E3D32DD}">
      <dsp:nvSpPr>
        <dsp:cNvPr id="0" name=""/>
        <dsp:cNvSpPr/>
      </dsp:nvSpPr>
      <dsp:spPr>
        <a:xfrm>
          <a:off x="4509066" y="2144712"/>
          <a:ext cx="361315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1E896D-BC3E-453A-8BF3-CAAE44B31ADD}">
      <dsp:nvSpPr>
        <dsp:cNvPr id="0" name=""/>
        <dsp:cNvSpPr/>
      </dsp:nvSpPr>
      <dsp:spPr>
        <a:xfrm>
          <a:off x="4576813" y="2195777"/>
          <a:ext cx="3545403" cy="10212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000" kern="1200" dirty="0" smtClean="0">
              <a:solidFill>
                <a:schemeClr val="accent2">
                  <a:lumMod val="75000"/>
                </a:schemeClr>
              </a:solidFill>
            </a:rPr>
            <a:t>CONCEPTION ET ARCHITECTURE TECHNIQUE</a:t>
          </a:r>
          <a:endParaRPr lang="fr-FR" sz="2000" kern="1200" dirty="0">
            <a:solidFill>
              <a:schemeClr val="accent2">
                <a:lumMod val="75000"/>
              </a:schemeClr>
            </a:solidFill>
          </a:endParaRPr>
        </a:p>
      </dsp:txBody>
      <dsp:txXfrm>
        <a:off x="4576813" y="2195777"/>
        <a:ext cx="3545403" cy="1021291"/>
      </dsp:txXfrm>
    </dsp:sp>
    <dsp:sp modelId="{306EE459-328A-4A9A-80D7-6C4E0817AAB4}">
      <dsp:nvSpPr>
        <dsp:cNvPr id="0" name=""/>
        <dsp:cNvSpPr/>
      </dsp:nvSpPr>
      <dsp:spPr>
        <a:xfrm>
          <a:off x="4509066" y="3217068"/>
          <a:ext cx="361315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BD09F0-F9D1-4AA0-ABEB-7FBC79BF96CF}">
      <dsp:nvSpPr>
        <dsp:cNvPr id="0" name=""/>
        <dsp:cNvSpPr/>
      </dsp:nvSpPr>
      <dsp:spPr>
        <a:xfrm>
          <a:off x="4576813" y="3268133"/>
          <a:ext cx="3545403" cy="10212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000" kern="1200" dirty="0" smtClean="0">
              <a:solidFill>
                <a:schemeClr val="accent2">
                  <a:lumMod val="75000"/>
                </a:schemeClr>
              </a:solidFill>
            </a:rPr>
            <a:t>ORGANISATION ET PLANIFICATION</a:t>
          </a:r>
          <a:endParaRPr lang="fr-FR" sz="2000" kern="1200" dirty="0">
            <a:solidFill>
              <a:schemeClr val="accent2">
                <a:lumMod val="75000"/>
              </a:schemeClr>
            </a:solidFill>
          </a:endParaRPr>
        </a:p>
      </dsp:txBody>
      <dsp:txXfrm>
        <a:off x="4576813" y="3268133"/>
        <a:ext cx="3545403" cy="1021291"/>
      </dsp:txXfrm>
    </dsp:sp>
    <dsp:sp modelId="{D51A7AA6-9696-4FC9-A768-71DAC5CC0DAA}">
      <dsp:nvSpPr>
        <dsp:cNvPr id="0" name=""/>
        <dsp:cNvSpPr/>
      </dsp:nvSpPr>
      <dsp:spPr>
        <a:xfrm>
          <a:off x="4509066" y="4289425"/>
          <a:ext cx="361315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3B0F0C-1485-473E-AA99-1F34A7CC9E33}">
      <dsp:nvSpPr>
        <dsp:cNvPr id="0" name=""/>
        <dsp:cNvSpPr/>
      </dsp:nvSpPr>
      <dsp:spPr>
        <a:xfrm>
          <a:off x="4576813" y="4340489"/>
          <a:ext cx="3545403" cy="10212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000" kern="1200" dirty="0" smtClean="0">
              <a:solidFill>
                <a:schemeClr val="accent2">
                  <a:lumMod val="75000"/>
                </a:schemeClr>
              </a:solidFill>
            </a:rPr>
            <a:t>BILAN ET PERSPECTIVES</a:t>
          </a:r>
        </a:p>
      </dsp:txBody>
      <dsp:txXfrm>
        <a:off x="4576813" y="4340489"/>
        <a:ext cx="3545403" cy="1021291"/>
      </dsp:txXfrm>
    </dsp:sp>
    <dsp:sp modelId="{C1500E72-B37F-4407-A49A-7785ECEF314A}">
      <dsp:nvSpPr>
        <dsp:cNvPr id="0" name=""/>
        <dsp:cNvSpPr/>
      </dsp:nvSpPr>
      <dsp:spPr>
        <a:xfrm>
          <a:off x="4509066" y="5361781"/>
          <a:ext cx="361315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8C3C3E-0442-4ECD-AF56-AA5115CBD453}">
      <dsp:nvSpPr>
        <dsp:cNvPr id="0" name=""/>
        <dsp:cNvSpPr/>
      </dsp:nvSpPr>
      <dsp:spPr>
        <a:xfrm>
          <a:off x="4740" y="0"/>
          <a:ext cx="2411521" cy="446037"/>
        </a:xfrm>
        <a:prstGeom prst="homePlate">
          <a:avLst/>
        </a:prstGeom>
        <a:solidFill>
          <a:srgbClr val="C00000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676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cap="none" spc="50" dirty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Contexte</a:t>
          </a:r>
        </a:p>
      </dsp:txBody>
      <dsp:txXfrm>
        <a:off x="4740" y="0"/>
        <a:ext cx="2300012" cy="446037"/>
      </dsp:txXfrm>
    </dsp:sp>
    <dsp:sp modelId="{5D4E571A-31D9-48DC-B811-D97638832778}">
      <dsp:nvSpPr>
        <dsp:cNvPr id="0" name=""/>
        <dsp:cNvSpPr/>
      </dsp:nvSpPr>
      <dsp:spPr>
        <a:xfrm>
          <a:off x="2038594" y="0"/>
          <a:ext cx="2623354" cy="446037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Problématique</a:t>
          </a:r>
          <a:endParaRPr lang="fr-FR" sz="1400" b="1" kern="1200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sp:txBody>
      <dsp:txXfrm>
        <a:off x="2261613" y="0"/>
        <a:ext cx="2177317" cy="446037"/>
      </dsp:txXfrm>
    </dsp:sp>
    <dsp:sp modelId="{7B4EDA10-283B-4D2C-AE07-6856C2500E37}">
      <dsp:nvSpPr>
        <dsp:cNvPr id="0" name=""/>
        <dsp:cNvSpPr/>
      </dsp:nvSpPr>
      <dsp:spPr>
        <a:xfrm>
          <a:off x="4284281" y="0"/>
          <a:ext cx="2750761" cy="446037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Conception</a:t>
          </a:r>
          <a:endParaRPr lang="fr-FR" sz="1400" b="1" kern="1200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sp:txBody>
      <dsp:txXfrm>
        <a:off x="4507300" y="0"/>
        <a:ext cx="2304724" cy="446037"/>
      </dsp:txXfrm>
    </dsp:sp>
    <dsp:sp modelId="{C6D383C7-BD7D-47CD-8134-F7BDD08963C0}">
      <dsp:nvSpPr>
        <dsp:cNvPr id="0" name=""/>
        <dsp:cNvSpPr/>
      </dsp:nvSpPr>
      <dsp:spPr>
        <a:xfrm>
          <a:off x="6657375" y="0"/>
          <a:ext cx="2399020" cy="446037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Organisation</a:t>
          </a:r>
          <a:endParaRPr lang="fr-FR" sz="1400" b="1" kern="1200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sp:txBody>
      <dsp:txXfrm>
        <a:off x="6880394" y="0"/>
        <a:ext cx="1952983" cy="446037"/>
      </dsp:txXfrm>
    </dsp:sp>
    <dsp:sp modelId="{8121185C-719C-4CAD-B4DE-040B9F9AE735}">
      <dsp:nvSpPr>
        <dsp:cNvPr id="0" name=""/>
        <dsp:cNvSpPr/>
      </dsp:nvSpPr>
      <dsp:spPr>
        <a:xfrm>
          <a:off x="8656113" y="0"/>
          <a:ext cx="2074018" cy="446037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Bilan </a:t>
          </a:r>
          <a:endParaRPr lang="fr-FR" sz="800" b="1" kern="1200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sp:txBody>
      <dsp:txXfrm>
        <a:off x="8879132" y="0"/>
        <a:ext cx="1627981" cy="44603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8C3C3E-0442-4ECD-AF56-AA5115CBD453}">
      <dsp:nvSpPr>
        <dsp:cNvPr id="0" name=""/>
        <dsp:cNvSpPr/>
      </dsp:nvSpPr>
      <dsp:spPr>
        <a:xfrm>
          <a:off x="4740" y="0"/>
          <a:ext cx="2411521" cy="446037"/>
        </a:xfrm>
        <a:prstGeom prst="homePlate">
          <a:avLst/>
        </a:prstGeom>
        <a:solidFill>
          <a:srgbClr val="C00000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676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cap="none" spc="50" dirty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Contexte</a:t>
          </a:r>
        </a:p>
      </dsp:txBody>
      <dsp:txXfrm>
        <a:off x="4740" y="0"/>
        <a:ext cx="2300012" cy="446037"/>
      </dsp:txXfrm>
    </dsp:sp>
    <dsp:sp modelId="{5D4E571A-31D9-48DC-B811-D97638832778}">
      <dsp:nvSpPr>
        <dsp:cNvPr id="0" name=""/>
        <dsp:cNvSpPr/>
      </dsp:nvSpPr>
      <dsp:spPr>
        <a:xfrm>
          <a:off x="2038594" y="0"/>
          <a:ext cx="2623354" cy="446037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Problématique</a:t>
          </a:r>
          <a:endParaRPr lang="fr-FR" sz="1400" b="1" kern="1200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sp:txBody>
      <dsp:txXfrm>
        <a:off x="2261613" y="0"/>
        <a:ext cx="2177317" cy="446037"/>
      </dsp:txXfrm>
    </dsp:sp>
    <dsp:sp modelId="{7B4EDA10-283B-4D2C-AE07-6856C2500E37}">
      <dsp:nvSpPr>
        <dsp:cNvPr id="0" name=""/>
        <dsp:cNvSpPr/>
      </dsp:nvSpPr>
      <dsp:spPr>
        <a:xfrm>
          <a:off x="4284281" y="0"/>
          <a:ext cx="2750761" cy="446037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Conception</a:t>
          </a:r>
          <a:endParaRPr lang="fr-FR" sz="1400" b="1" kern="1200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sp:txBody>
      <dsp:txXfrm>
        <a:off x="4507300" y="0"/>
        <a:ext cx="2304724" cy="446037"/>
      </dsp:txXfrm>
    </dsp:sp>
    <dsp:sp modelId="{C6D383C7-BD7D-47CD-8134-F7BDD08963C0}">
      <dsp:nvSpPr>
        <dsp:cNvPr id="0" name=""/>
        <dsp:cNvSpPr/>
      </dsp:nvSpPr>
      <dsp:spPr>
        <a:xfrm>
          <a:off x="6657375" y="0"/>
          <a:ext cx="2399020" cy="446037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Organisation</a:t>
          </a:r>
          <a:endParaRPr lang="fr-FR" sz="1400" b="1" kern="1200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sp:txBody>
      <dsp:txXfrm>
        <a:off x="6880394" y="0"/>
        <a:ext cx="1952983" cy="446037"/>
      </dsp:txXfrm>
    </dsp:sp>
    <dsp:sp modelId="{8121185C-719C-4CAD-B4DE-040B9F9AE735}">
      <dsp:nvSpPr>
        <dsp:cNvPr id="0" name=""/>
        <dsp:cNvSpPr/>
      </dsp:nvSpPr>
      <dsp:spPr>
        <a:xfrm>
          <a:off x="8656113" y="0"/>
          <a:ext cx="2074018" cy="446037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Bilan </a:t>
          </a:r>
          <a:endParaRPr lang="fr-FR" sz="800" b="1" kern="1200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sp:txBody>
      <dsp:txXfrm>
        <a:off x="8879132" y="0"/>
        <a:ext cx="1627981" cy="44603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8C3C3E-0442-4ECD-AF56-AA5115CBD453}">
      <dsp:nvSpPr>
        <dsp:cNvPr id="0" name=""/>
        <dsp:cNvSpPr/>
      </dsp:nvSpPr>
      <dsp:spPr>
        <a:xfrm>
          <a:off x="4740" y="0"/>
          <a:ext cx="2411521" cy="446037"/>
        </a:xfrm>
        <a:prstGeom prst="homePlate">
          <a:avLst/>
        </a:prstGeom>
        <a:solidFill>
          <a:srgbClr val="265991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676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cap="none" spc="50" dirty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Contexte</a:t>
          </a:r>
        </a:p>
      </dsp:txBody>
      <dsp:txXfrm>
        <a:off x="4740" y="0"/>
        <a:ext cx="2300012" cy="446037"/>
      </dsp:txXfrm>
    </dsp:sp>
    <dsp:sp modelId="{5D4E571A-31D9-48DC-B811-D97638832778}">
      <dsp:nvSpPr>
        <dsp:cNvPr id="0" name=""/>
        <dsp:cNvSpPr/>
      </dsp:nvSpPr>
      <dsp:spPr>
        <a:xfrm>
          <a:off x="2038594" y="0"/>
          <a:ext cx="2623354" cy="446037"/>
        </a:xfrm>
        <a:prstGeom prst="chevron">
          <a:avLst/>
        </a:prstGeom>
        <a:solidFill>
          <a:srgbClr val="C00000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Problématique</a:t>
          </a:r>
          <a:endParaRPr lang="fr-FR" sz="1400" b="1" kern="1200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sp:txBody>
      <dsp:txXfrm>
        <a:off x="2261613" y="0"/>
        <a:ext cx="2177317" cy="446037"/>
      </dsp:txXfrm>
    </dsp:sp>
    <dsp:sp modelId="{7B4EDA10-283B-4D2C-AE07-6856C2500E37}">
      <dsp:nvSpPr>
        <dsp:cNvPr id="0" name=""/>
        <dsp:cNvSpPr/>
      </dsp:nvSpPr>
      <dsp:spPr>
        <a:xfrm>
          <a:off x="4284281" y="0"/>
          <a:ext cx="2750761" cy="446037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Conception</a:t>
          </a:r>
          <a:endParaRPr lang="fr-FR" sz="1400" b="1" kern="1200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sp:txBody>
      <dsp:txXfrm>
        <a:off x="4507300" y="0"/>
        <a:ext cx="2304724" cy="446037"/>
      </dsp:txXfrm>
    </dsp:sp>
    <dsp:sp modelId="{C6D383C7-BD7D-47CD-8134-F7BDD08963C0}">
      <dsp:nvSpPr>
        <dsp:cNvPr id="0" name=""/>
        <dsp:cNvSpPr/>
      </dsp:nvSpPr>
      <dsp:spPr>
        <a:xfrm>
          <a:off x="6657375" y="0"/>
          <a:ext cx="2399020" cy="446037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Organisation</a:t>
          </a:r>
          <a:endParaRPr lang="fr-FR" sz="1400" b="1" kern="1200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sp:txBody>
      <dsp:txXfrm>
        <a:off x="6880394" y="0"/>
        <a:ext cx="1952983" cy="446037"/>
      </dsp:txXfrm>
    </dsp:sp>
    <dsp:sp modelId="{8121185C-719C-4CAD-B4DE-040B9F9AE735}">
      <dsp:nvSpPr>
        <dsp:cNvPr id="0" name=""/>
        <dsp:cNvSpPr/>
      </dsp:nvSpPr>
      <dsp:spPr>
        <a:xfrm>
          <a:off x="8656113" y="0"/>
          <a:ext cx="2074018" cy="446037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Bilan </a:t>
          </a:r>
          <a:endParaRPr lang="fr-FR" sz="800" b="1" kern="1200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sp:txBody>
      <dsp:txXfrm>
        <a:off x="8879132" y="0"/>
        <a:ext cx="1627981" cy="44603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8C3C3E-0442-4ECD-AF56-AA5115CBD453}">
      <dsp:nvSpPr>
        <dsp:cNvPr id="0" name=""/>
        <dsp:cNvSpPr/>
      </dsp:nvSpPr>
      <dsp:spPr>
        <a:xfrm>
          <a:off x="4740" y="0"/>
          <a:ext cx="2411521" cy="446037"/>
        </a:xfrm>
        <a:prstGeom prst="homePlate">
          <a:avLst/>
        </a:prstGeom>
        <a:solidFill>
          <a:srgbClr val="265991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676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cap="none" spc="50" dirty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Contexte</a:t>
          </a:r>
        </a:p>
      </dsp:txBody>
      <dsp:txXfrm>
        <a:off x="4740" y="0"/>
        <a:ext cx="2300012" cy="446037"/>
      </dsp:txXfrm>
    </dsp:sp>
    <dsp:sp modelId="{5D4E571A-31D9-48DC-B811-D97638832778}">
      <dsp:nvSpPr>
        <dsp:cNvPr id="0" name=""/>
        <dsp:cNvSpPr/>
      </dsp:nvSpPr>
      <dsp:spPr>
        <a:xfrm>
          <a:off x="2038594" y="0"/>
          <a:ext cx="2623354" cy="446037"/>
        </a:xfrm>
        <a:prstGeom prst="chevron">
          <a:avLst/>
        </a:prstGeom>
        <a:solidFill>
          <a:srgbClr val="C00000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Problématique</a:t>
          </a:r>
          <a:endParaRPr lang="fr-FR" sz="1400" b="1" kern="1200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sp:txBody>
      <dsp:txXfrm>
        <a:off x="2261613" y="0"/>
        <a:ext cx="2177317" cy="446037"/>
      </dsp:txXfrm>
    </dsp:sp>
    <dsp:sp modelId="{7B4EDA10-283B-4D2C-AE07-6856C2500E37}">
      <dsp:nvSpPr>
        <dsp:cNvPr id="0" name=""/>
        <dsp:cNvSpPr/>
      </dsp:nvSpPr>
      <dsp:spPr>
        <a:xfrm>
          <a:off x="4284281" y="0"/>
          <a:ext cx="2750761" cy="446037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Conception</a:t>
          </a:r>
          <a:endParaRPr lang="fr-FR" sz="1400" b="1" kern="1200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sp:txBody>
      <dsp:txXfrm>
        <a:off x="4507300" y="0"/>
        <a:ext cx="2304724" cy="446037"/>
      </dsp:txXfrm>
    </dsp:sp>
    <dsp:sp modelId="{C6D383C7-BD7D-47CD-8134-F7BDD08963C0}">
      <dsp:nvSpPr>
        <dsp:cNvPr id="0" name=""/>
        <dsp:cNvSpPr/>
      </dsp:nvSpPr>
      <dsp:spPr>
        <a:xfrm>
          <a:off x="6657375" y="0"/>
          <a:ext cx="2399020" cy="446037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Organisation</a:t>
          </a:r>
          <a:endParaRPr lang="fr-FR" sz="1400" b="1" kern="1200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sp:txBody>
      <dsp:txXfrm>
        <a:off x="6880394" y="0"/>
        <a:ext cx="1952983" cy="446037"/>
      </dsp:txXfrm>
    </dsp:sp>
    <dsp:sp modelId="{8121185C-719C-4CAD-B4DE-040B9F9AE735}">
      <dsp:nvSpPr>
        <dsp:cNvPr id="0" name=""/>
        <dsp:cNvSpPr/>
      </dsp:nvSpPr>
      <dsp:spPr>
        <a:xfrm>
          <a:off x="8656113" y="0"/>
          <a:ext cx="2074018" cy="446037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Bilan </a:t>
          </a:r>
          <a:endParaRPr lang="fr-FR" sz="800" b="1" kern="1200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sp:txBody>
      <dsp:txXfrm>
        <a:off x="8879132" y="0"/>
        <a:ext cx="1627981" cy="44603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8C3C3E-0442-4ECD-AF56-AA5115CBD453}">
      <dsp:nvSpPr>
        <dsp:cNvPr id="0" name=""/>
        <dsp:cNvSpPr/>
      </dsp:nvSpPr>
      <dsp:spPr>
        <a:xfrm>
          <a:off x="4740" y="0"/>
          <a:ext cx="2411521" cy="446037"/>
        </a:xfrm>
        <a:prstGeom prst="homePlate">
          <a:avLst/>
        </a:prstGeom>
        <a:solidFill>
          <a:srgbClr val="265991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676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cap="none" spc="50" dirty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Contexte</a:t>
          </a:r>
        </a:p>
      </dsp:txBody>
      <dsp:txXfrm>
        <a:off x="4740" y="0"/>
        <a:ext cx="2300012" cy="446037"/>
      </dsp:txXfrm>
    </dsp:sp>
    <dsp:sp modelId="{5D4E571A-31D9-48DC-B811-D97638832778}">
      <dsp:nvSpPr>
        <dsp:cNvPr id="0" name=""/>
        <dsp:cNvSpPr/>
      </dsp:nvSpPr>
      <dsp:spPr>
        <a:xfrm>
          <a:off x="2038594" y="0"/>
          <a:ext cx="2623354" cy="446037"/>
        </a:xfrm>
        <a:prstGeom prst="chevron">
          <a:avLst/>
        </a:prstGeom>
        <a:solidFill>
          <a:srgbClr val="C00000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Problématique</a:t>
          </a:r>
          <a:endParaRPr lang="fr-FR" sz="1400" b="1" kern="1200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sp:txBody>
      <dsp:txXfrm>
        <a:off x="2261613" y="0"/>
        <a:ext cx="2177317" cy="446037"/>
      </dsp:txXfrm>
    </dsp:sp>
    <dsp:sp modelId="{7B4EDA10-283B-4D2C-AE07-6856C2500E37}">
      <dsp:nvSpPr>
        <dsp:cNvPr id="0" name=""/>
        <dsp:cNvSpPr/>
      </dsp:nvSpPr>
      <dsp:spPr>
        <a:xfrm>
          <a:off x="4284281" y="0"/>
          <a:ext cx="2750761" cy="446037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Conception</a:t>
          </a:r>
          <a:endParaRPr lang="fr-FR" sz="1400" b="1" kern="1200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sp:txBody>
      <dsp:txXfrm>
        <a:off x="4507300" y="0"/>
        <a:ext cx="2304724" cy="446037"/>
      </dsp:txXfrm>
    </dsp:sp>
    <dsp:sp modelId="{C6D383C7-BD7D-47CD-8134-F7BDD08963C0}">
      <dsp:nvSpPr>
        <dsp:cNvPr id="0" name=""/>
        <dsp:cNvSpPr/>
      </dsp:nvSpPr>
      <dsp:spPr>
        <a:xfrm>
          <a:off x="6657375" y="0"/>
          <a:ext cx="2399020" cy="446037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Organisation</a:t>
          </a:r>
          <a:endParaRPr lang="fr-FR" sz="1400" b="1" kern="1200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sp:txBody>
      <dsp:txXfrm>
        <a:off x="6880394" y="0"/>
        <a:ext cx="1952983" cy="446037"/>
      </dsp:txXfrm>
    </dsp:sp>
    <dsp:sp modelId="{8121185C-719C-4CAD-B4DE-040B9F9AE735}">
      <dsp:nvSpPr>
        <dsp:cNvPr id="0" name=""/>
        <dsp:cNvSpPr/>
      </dsp:nvSpPr>
      <dsp:spPr>
        <a:xfrm>
          <a:off x="8656113" y="0"/>
          <a:ext cx="2074018" cy="446037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Bilan </a:t>
          </a:r>
          <a:endParaRPr lang="fr-FR" sz="800" b="1" kern="1200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sp:txBody>
      <dsp:txXfrm>
        <a:off x="8879132" y="0"/>
        <a:ext cx="1627981" cy="44603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8C3C3E-0442-4ECD-AF56-AA5115CBD453}">
      <dsp:nvSpPr>
        <dsp:cNvPr id="0" name=""/>
        <dsp:cNvSpPr/>
      </dsp:nvSpPr>
      <dsp:spPr>
        <a:xfrm>
          <a:off x="4740" y="0"/>
          <a:ext cx="2411521" cy="446037"/>
        </a:xfrm>
        <a:prstGeom prst="homePlate">
          <a:avLst/>
        </a:prstGeom>
        <a:solidFill>
          <a:srgbClr val="265991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676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cap="none" spc="50" dirty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Contexte</a:t>
          </a:r>
        </a:p>
      </dsp:txBody>
      <dsp:txXfrm>
        <a:off x="4740" y="0"/>
        <a:ext cx="2300012" cy="446037"/>
      </dsp:txXfrm>
    </dsp:sp>
    <dsp:sp modelId="{5D4E571A-31D9-48DC-B811-D97638832778}">
      <dsp:nvSpPr>
        <dsp:cNvPr id="0" name=""/>
        <dsp:cNvSpPr/>
      </dsp:nvSpPr>
      <dsp:spPr>
        <a:xfrm>
          <a:off x="2038594" y="0"/>
          <a:ext cx="2623354" cy="446037"/>
        </a:xfrm>
        <a:prstGeom prst="chevron">
          <a:avLst/>
        </a:prstGeom>
        <a:solidFill>
          <a:srgbClr val="265991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Problématique</a:t>
          </a:r>
          <a:endParaRPr lang="fr-FR" sz="1400" b="1" kern="1200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sp:txBody>
      <dsp:txXfrm>
        <a:off x="2261613" y="0"/>
        <a:ext cx="2177317" cy="446037"/>
      </dsp:txXfrm>
    </dsp:sp>
    <dsp:sp modelId="{7B4EDA10-283B-4D2C-AE07-6856C2500E37}">
      <dsp:nvSpPr>
        <dsp:cNvPr id="0" name=""/>
        <dsp:cNvSpPr/>
      </dsp:nvSpPr>
      <dsp:spPr>
        <a:xfrm>
          <a:off x="4284281" y="0"/>
          <a:ext cx="2750761" cy="446037"/>
        </a:xfrm>
        <a:prstGeom prst="chevron">
          <a:avLst/>
        </a:prstGeom>
        <a:solidFill>
          <a:srgbClr val="C00000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Conception</a:t>
          </a:r>
          <a:endParaRPr lang="fr-FR" sz="1400" b="1" kern="1200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sp:txBody>
      <dsp:txXfrm>
        <a:off x="4507300" y="0"/>
        <a:ext cx="2304724" cy="446037"/>
      </dsp:txXfrm>
    </dsp:sp>
    <dsp:sp modelId="{C6D383C7-BD7D-47CD-8134-F7BDD08963C0}">
      <dsp:nvSpPr>
        <dsp:cNvPr id="0" name=""/>
        <dsp:cNvSpPr/>
      </dsp:nvSpPr>
      <dsp:spPr>
        <a:xfrm>
          <a:off x="6657375" y="0"/>
          <a:ext cx="2399020" cy="446037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Organisation</a:t>
          </a:r>
          <a:endParaRPr lang="fr-FR" sz="1400" b="1" kern="1200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sp:txBody>
      <dsp:txXfrm>
        <a:off x="6880394" y="0"/>
        <a:ext cx="1952983" cy="446037"/>
      </dsp:txXfrm>
    </dsp:sp>
    <dsp:sp modelId="{8121185C-719C-4CAD-B4DE-040B9F9AE735}">
      <dsp:nvSpPr>
        <dsp:cNvPr id="0" name=""/>
        <dsp:cNvSpPr/>
      </dsp:nvSpPr>
      <dsp:spPr>
        <a:xfrm>
          <a:off x="8656113" y="0"/>
          <a:ext cx="2074018" cy="446037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Bilan </a:t>
          </a:r>
          <a:endParaRPr lang="fr-FR" sz="800" b="1" kern="1200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sp:txBody>
      <dsp:txXfrm>
        <a:off x="8879132" y="0"/>
        <a:ext cx="1627981" cy="44603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8C3C3E-0442-4ECD-AF56-AA5115CBD453}">
      <dsp:nvSpPr>
        <dsp:cNvPr id="0" name=""/>
        <dsp:cNvSpPr/>
      </dsp:nvSpPr>
      <dsp:spPr>
        <a:xfrm>
          <a:off x="4740" y="0"/>
          <a:ext cx="2411521" cy="446037"/>
        </a:xfrm>
        <a:prstGeom prst="homePlate">
          <a:avLst/>
        </a:prstGeom>
        <a:solidFill>
          <a:srgbClr val="265991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676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cap="none" spc="50" dirty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Contexte</a:t>
          </a:r>
        </a:p>
      </dsp:txBody>
      <dsp:txXfrm>
        <a:off x="4740" y="0"/>
        <a:ext cx="2300012" cy="446037"/>
      </dsp:txXfrm>
    </dsp:sp>
    <dsp:sp modelId="{5D4E571A-31D9-48DC-B811-D97638832778}">
      <dsp:nvSpPr>
        <dsp:cNvPr id="0" name=""/>
        <dsp:cNvSpPr/>
      </dsp:nvSpPr>
      <dsp:spPr>
        <a:xfrm>
          <a:off x="2038594" y="0"/>
          <a:ext cx="2623354" cy="446037"/>
        </a:xfrm>
        <a:prstGeom prst="chevron">
          <a:avLst/>
        </a:prstGeom>
        <a:solidFill>
          <a:srgbClr val="265991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Problématique</a:t>
          </a:r>
          <a:endParaRPr lang="fr-FR" sz="1400" b="1" kern="1200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sp:txBody>
      <dsp:txXfrm>
        <a:off x="2261613" y="0"/>
        <a:ext cx="2177317" cy="446037"/>
      </dsp:txXfrm>
    </dsp:sp>
    <dsp:sp modelId="{7B4EDA10-283B-4D2C-AE07-6856C2500E37}">
      <dsp:nvSpPr>
        <dsp:cNvPr id="0" name=""/>
        <dsp:cNvSpPr/>
      </dsp:nvSpPr>
      <dsp:spPr>
        <a:xfrm>
          <a:off x="4284281" y="0"/>
          <a:ext cx="2750761" cy="446037"/>
        </a:xfrm>
        <a:prstGeom prst="chevron">
          <a:avLst/>
        </a:prstGeom>
        <a:solidFill>
          <a:srgbClr val="C00000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Conception</a:t>
          </a:r>
          <a:endParaRPr lang="fr-FR" sz="1400" b="1" kern="1200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sp:txBody>
      <dsp:txXfrm>
        <a:off x="4507300" y="0"/>
        <a:ext cx="2304724" cy="446037"/>
      </dsp:txXfrm>
    </dsp:sp>
    <dsp:sp modelId="{C6D383C7-BD7D-47CD-8134-F7BDD08963C0}">
      <dsp:nvSpPr>
        <dsp:cNvPr id="0" name=""/>
        <dsp:cNvSpPr/>
      </dsp:nvSpPr>
      <dsp:spPr>
        <a:xfrm>
          <a:off x="6657375" y="0"/>
          <a:ext cx="2399020" cy="446037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Organisation</a:t>
          </a:r>
          <a:endParaRPr lang="fr-FR" sz="1400" b="1" kern="1200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sp:txBody>
      <dsp:txXfrm>
        <a:off x="6880394" y="0"/>
        <a:ext cx="1952983" cy="446037"/>
      </dsp:txXfrm>
    </dsp:sp>
    <dsp:sp modelId="{8121185C-719C-4CAD-B4DE-040B9F9AE735}">
      <dsp:nvSpPr>
        <dsp:cNvPr id="0" name=""/>
        <dsp:cNvSpPr/>
      </dsp:nvSpPr>
      <dsp:spPr>
        <a:xfrm>
          <a:off x="8656113" y="0"/>
          <a:ext cx="2074018" cy="446037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Bilan </a:t>
          </a:r>
          <a:endParaRPr lang="fr-FR" sz="800" b="1" kern="1200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sp:txBody>
      <dsp:txXfrm>
        <a:off x="8879132" y="0"/>
        <a:ext cx="1627981" cy="44603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1F8B7A-B914-4B63-9E7B-444D8A669DA7}">
      <dsp:nvSpPr>
        <dsp:cNvPr id="0" name=""/>
        <dsp:cNvSpPr/>
      </dsp:nvSpPr>
      <dsp:spPr>
        <a:xfrm>
          <a:off x="10863" y="0"/>
          <a:ext cx="2873774" cy="115006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000" kern="1200" dirty="0" smtClean="0"/>
            <a:t>Extraction</a:t>
          </a:r>
          <a:endParaRPr lang="fr-FR" sz="16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200" kern="1200" dirty="0" smtClean="0"/>
            <a:t>Script python natif</a:t>
          </a:r>
          <a:endParaRPr lang="fr-FR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200" kern="1200" dirty="0" smtClean="0"/>
            <a:t>Nettoyage HTML/XML</a:t>
          </a:r>
          <a:endParaRPr lang="fr-FR" sz="1200" kern="1200" dirty="0"/>
        </a:p>
      </dsp:txBody>
      <dsp:txXfrm>
        <a:off x="44547" y="33684"/>
        <a:ext cx="2806406" cy="1082701"/>
      </dsp:txXfrm>
    </dsp:sp>
    <dsp:sp modelId="{2FFD9130-3040-42A7-A05B-269B37E63902}">
      <dsp:nvSpPr>
        <dsp:cNvPr id="0" name=""/>
        <dsp:cNvSpPr/>
      </dsp:nvSpPr>
      <dsp:spPr>
        <a:xfrm>
          <a:off x="3114202" y="290375"/>
          <a:ext cx="486675" cy="569318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2400" kern="1200"/>
        </a:p>
      </dsp:txBody>
      <dsp:txXfrm>
        <a:off x="3114202" y="404239"/>
        <a:ext cx="340673" cy="341590"/>
      </dsp:txXfrm>
    </dsp:sp>
    <dsp:sp modelId="{9882D133-9DC2-4CB5-AEF4-C4E8DE0FC7FA}">
      <dsp:nvSpPr>
        <dsp:cNvPr id="0" name=""/>
        <dsp:cNvSpPr/>
      </dsp:nvSpPr>
      <dsp:spPr>
        <a:xfrm>
          <a:off x="3802894" y="0"/>
          <a:ext cx="3788012" cy="1150069"/>
        </a:xfrm>
        <a:prstGeom prst="roundRect">
          <a:avLst>
            <a:gd name="adj" fmla="val 10000"/>
          </a:avLst>
        </a:prstGeom>
        <a:solidFill>
          <a:schemeClr val="accent2">
            <a:hueOff val="444793"/>
            <a:satOff val="-9942"/>
            <a:lumOff val="-9412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000" kern="1200" dirty="0" smtClean="0"/>
            <a:t>Transformation</a:t>
          </a:r>
          <a:endParaRPr lang="fr-FR" sz="16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200" kern="1200" dirty="0" err="1" smtClean="0"/>
            <a:t>Regex</a:t>
          </a:r>
          <a:r>
            <a:rPr lang="fr-FR" sz="1200" kern="1200" dirty="0" smtClean="0"/>
            <a:t> : Extraction du numéro de décision</a:t>
          </a:r>
          <a:endParaRPr lang="fr-FR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200" kern="1200" dirty="0" smtClean="0"/>
            <a:t>Table </a:t>
          </a:r>
          <a:r>
            <a:rPr lang="fr-FR" sz="1200" kern="1200" dirty="0" err="1" smtClean="0"/>
            <a:t>staging</a:t>
          </a:r>
          <a:r>
            <a:rPr lang="fr-FR" sz="1200" kern="1200" dirty="0" smtClean="0"/>
            <a:t> : Détection des doublons avant import</a:t>
          </a:r>
          <a:endParaRPr lang="fr-FR" sz="1200" kern="1200" dirty="0"/>
        </a:p>
      </dsp:txBody>
      <dsp:txXfrm>
        <a:off x="3836578" y="33684"/>
        <a:ext cx="3720644" cy="1082701"/>
      </dsp:txXfrm>
    </dsp:sp>
    <dsp:sp modelId="{CE46FF03-ED8A-4B43-8F7B-035FD76A02A2}">
      <dsp:nvSpPr>
        <dsp:cNvPr id="0" name=""/>
        <dsp:cNvSpPr/>
      </dsp:nvSpPr>
      <dsp:spPr>
        <a:xfrm>
          <a:off x="7820471" y="290375"/>
          <a:ext cx="486675" cy="569318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889586"/>
            <a:satOff val="-19883"/>
            <a:lumOff val="-1882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2400" kern="1200"/>
        </a:p>
      </dsp:txBody>
      <dsp:txXfrm>
        <a:off x="7820471" y="404239"/>
        <a:ext cx="340673" cy="341590"/>
      </dsp:txXfrm>
    </dsp:sp>
    <dsp:sp modelId="{56157BAB-DB2F-44B6-A3D3-23134C62E4E6}">
      <dsp:nvSpPr>
        <dsp:cNvPr id="0" name=""/>
        <dsp:cNvSpPr/>
      </dsp:nvSpPr>
      <dsp:spPr>
        <a:xfrm>
          <a:off x="8509163" y="0"/>
          <a:ext cx="3245139" cy="1150069"/>
        </a:xfrm>
        <a:prstGeom prst="roundRect">
          <a:avLst>
            <a:gd name="adj" fmla="val 10000"/>
          </a:avLst>
        </a:prstGeom>
        <a:solidFill>
          <a:schemeClr val="accent2">
            <a:hueOff val="889586"/>
            <a:satOff val="-19883"/>
            <a:lumOff val="-18823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000" kern="1200" dirty="0" smtClean="0"/>
            <a:t>Chargement</a:t>
          </a:r>
          <a:endParaRPr lang="fr-FR" sz="20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200" kern="1200" dirty="0" smtClean="0"/>
            <a:t>Injection via l’ORM Peewee</a:t>
          </a:r>
          <a:endParaRPr lang="fr-FR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200" kern="1200" dirty="0" smtClean="0"/>
            <a:t>Respect des clés étrangères (Lien BDD)</a:t>
          </a:r>
          <a:endParaRPr lang="fr-FR" sz="1200" kern="1200" dirty="0"/>
        </a:p>
      </dsp:txBody>
      <dsp:txXfrm>
        <a:off x="8542847" y="33684"/>
        <a:ext cx="3177771" cy="1082701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8C3C3E-0442-4ECD-AF56-AA5115CBD453}">
      <dsp:nvSpPr>
        <dsp:cNvPr id="0" name=""/>
        <dsp:cNvSpPr/>
      </dsp:nvSpPr>
      <dsp:spPr>
        <a:xfrm>
          <a:off x="4740" y="0"/>
          <a:ext cx="2411521" cy="446037"/>
        </a:xfrm>
        <a:prstGeom prst="homePlate">
          <a:avLst/>
        </a:prstGeom>
        <a:solidFill>
          <a:srgbClr val="265991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676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cap="none" spc="50" dirty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Contexte</a:t>
          </a:r>
        </a:p>
      </dsp:txBody>
      <dsp:txXfrm>
        <a:off x="4740" y="0"/>
        <a:ext cx="2300012" cy="446037"/>
      </dsp:txXfrm>
    </dsp:sp>
    <dsp:sp modelId="{5D4E571A-31D9-48DC-B811-D97638832778}">
      <dsp:nvSpPr>
        <dsp:cNvPr id="0" name=""/>
        <dsp:cNvSpPr/>
      </dsp:nvSpPr>
      <dsp:spPr>
        <a:xfrm>
          <a:off x="2038594" y="0"/>
          <a:ext cx="2623354" cy="446037"/>
        </a:xfrm>
        <a:prstGeom prst="chevron">
          <a:avLst/>
        </a:prstGeom>
        <a:solidFill>
          <a:srgbClr val="265991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Problématique</a:t>
          </a:r>
          <a:endParaRPr lang="fr-FR" sz="1400" b="1" kern="1200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sp:txBody>
      <dsp:txXfrm>
        <a:off x="2261613" y="0"/>
        <a:ext cx="2177317" cy="446037"/>
      </dsp:txXfrm>
    </dsp:sp>
    <dsp:sp modelId="{7B4EDA10-283B-4D2C-AE07-6856C2500E37}">
      <dsp:nvSpPr>
        <dsp:cNvPr id="0" name=""/>
        <dsp:cNvSpPr/>
      </dsp:nvSpPr>
      <dsp:spPr>
        <a:xfrm>
          <a:off x="4284281" y="0"/>
          <a:ext cx="2750761" cy="446037"/>
        </a:xfrm>
        <a:prstGeom prst="chevron">
          <a:avLst/>
        </a:prstGeom>
        <a:solidFill>
          <a:srgbClr val="C00000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Conception</a:t>
          </a:r>
          <a:endParaRPr lang="fr-FR" sz="1400" b="1" kern="1200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sp:txBody>
      <dsp:txXfrm>
        <a:off x="4507300" y="0"/>
        <a:ext cx="2304724" cy="446037"/>
      </dsp:txXfrm>
    </dsp:sp>
    <dsp:sp modelId="{C6D383C7-BD7D-47CD-8134-F7BDD08963C0}">
      <dsp:nvSpPr>
        <dsp:cNvPr id="0" name=""/>
        <dsp:cNvSpPr/>
      </dsp:nvSpPr>
      <dsp:spPr>
        <a:xfrm>
          <a:off x="6657375" y="0"/>
          <a:ext cx="2399020" cy="446037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Organisation</a:t>
          </a:r>
          <a:endParaRPr lang="fr-FR" sz="1400" b="1" kern="1200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sp:txBody>
      <dsp:txXfrm>
        <a:off x="6880394" y="0"/>
        <a:ext cx="1952983" cy="446037"/>
      </dsp:txXfrm>
    </dsp:sp>
    <dsp:sp modelId="{8121185C-719C-4CAD-B4DE-040B9F9AE735}">
      <dsp:nvSpPr>
        <dsp:cNvPr id="0" name=""/>
        <dsp:cNvSpPr/>
      </dsp:nvSpPr>
      <dsp:spPr>
        <a:xfrm>
          <a:off x="8656113" y="0"/>
          <a:ext cx="2074018" cy="446037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Bilan </a:t>
          </a:r>
          <a:endParaRPr lang="fr-FR" sz="800" b="1" kern="1200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sp:txBody>
      <dsp:txXfrm>
        <a:off x="8879132" y="0"/>
        <a:ext cx="1627981" cy="446037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F4655D-686B-48D5-9930-A817ACCF17E0}">
      <dsp:nvSpPr>
        <dsp:cNvPr id="0" name=""/>
        <dsp:cNvSpPr/>
      </dsp:nvSpPr>
      <dsp:spPr>
        <a:xfrm>
          <a:off x="-2269790" y="-351015"/>
          <a:ext cx="2711424" cy="2711424"/>
        </a:xfrm>
        <a:prstGeom prst="blockArc">
          <a:avLst>
            <a:gd name="adj1" fmla="val 18900000"/>
            <a:gd name="adj2" fmla="val 2700000"/>
            <a:gd name="adj3" fmla="val 797"/>
          </a:avLst>
        </a:prstGeom>
        <a:noFill/>
        <a:ln w="1587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FC41DA1-D531-4155-9CBF-94BB679FDCFD}">
      <dsp:nvSpPr>
        <dsp:cNvPr id="0" name=""/>
        <dsp:cNvSpPr/>
      </dsp:nvSpPr>
      <dsp:spPr>
        <a:xfrm>
          <a:off x="283897" y="200939"/>
          <a:ext cx="5888549" cy="40187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8991" tIns="43180" rIns="43180" bIns="43180" numCol="1" spcCol="1270" anchor="ctr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700" kern="1200" dirty="0" smtClean="0"/>
            <a:t>Principe : Zéro modification de l'existant.</a:t>
          </a:r>
          <a:endParaRPr lang="fr-FR" sz="1700" kern="1200" dirty="0"/>
        </a:p>
      </dsp:txBody>
      <dsp:txXfrm>
        <a:off x="283897" y="200939"/>
        <a:ext cx="5888549" cy="401878"/>
      </dsp:txXfrm>
    </dsp:sp>
    <dsp:sp modelId="{487E21D7-2907-4BA6-8879-9DED304F3F81}">
      <dsp:nvSpPr>
        <dsp:cNvPr id="0" name=""/>
        <dsp:cNvSpPr/>
      </dsp:nvSpPr>
      <dsp:spPr>
        <a:xfrm>
          <a:off x="32723" y="150704"/>
          <a:ext cx="502348" cy="502348"/>
        </a:xfrm>
        <a:prstGeom prst="ellipse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81A92D-3640-4AEA-814B-116CA57470B3}">
      <dsp:nvSpPr>
        <dsp:cNvPr id="0" name=""/>
        <dsp:cNvSpPr/>
      </dsp:nvSpPr>
      <dsp:spPr>
        <a:xfrm>
          <a:off x="429980" y="803757"/>
          <a:ext cx="5742466" cy="401878"/>
        </a:xfrm>
        <a:prstGeom prst="rect">
          <a:avLst/>
        </a:prstGeom>
        <a:solidFill>
          <a:schemeClr val="accent2">
            <a:hueOff val="444793"/>
            <a:satOff val="-9942"/>
            <a:lumOff val="-9412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8991" tIns="43180" rIns="43180" bIns="43180" numCol="1" spcCol="1270" anchor="ctr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700" kern="1200" dirty="0" smtClean="0"/>
            <a:t>Solution : Création d'une table satellite abstracts.</a:t>
          </a:r>
          <a:endParaRPr lang="fr-FR" sz="1700" kern="1200" dirty="0"/>
        </a:p>
      </dsp:txBody>
      <dsp:txXfrm>
        <a:off x="429980" y="803757"/>
        <a:ext cx="5742466" cy="401878"/>
      </dsp:txXfrm>
    </dsp:sp>
    <dsp:sp modelId="{46E53961-BA82-4D30-B7E7-A8AAB1615DAF}">
      <dsp:nvSpPr>
        <dsp:cNvPr id="0" name=""/>
        <dsp:cNvSpPr/>
      </dsp:nvSpPr>
      <dsp:spPr>
        <a:xfrm>
          <a:off x="178805" y="753522"/>
          <a:ext cx="502348" cy="502348"/>
        </a:xfrm>
        <a:prstGeom prst="ellipse">
          <a:avLst/>
        </a:prstGeom>
        <a:blipFill rotWithShape="0">
          <a:blip xmlns:r="http://schemas.openxmlformats.org/officeDocument/2006/relationships" r:embed="rId2"/>
          <a:stretch>
            <a:fillRect/>
          </a:stretch>
        </a:blipFill>
        <a:ln w="15875" cap="rnd" cmpd="sng" algn="ctr">
          <a:solidFill>
            <a:schemeClr val="accent2">
              <a:hueOff val="444793"/>
              <a:satOff val="-9942"/>
              <a:lumOff val="-941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3F747F-D6A2-4AAA-A05C-99F4B66C232B}">
      <dsp:nvSpPr>
        <dsp:cNvPr id="0" name=""/>
        <dsp:cNvSpPr/>
      </dsp:nvSpPr>
      <dsp:spPr>
        <a:xfrm>
          <a:off x="283897" y="1406575"/>
          <a:ext cx="5888549" cy="401878"/>
        </a:xfrm>
        <a:prstGeom prst="rect">
          <a:avLst/>
        </a:prstGeom>
        <a:solidFill>
          <a:schemeClr val="accent2">
            <a:hueOff val="889586"/>
            <a:satOff val="-19883"/>
            <a:lumOff val="-18823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8991" tIns="43180" rIns="43180" bIns="43180" numCol="1" spcCol="1270" anchor="ctr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700" kern="1200" dirty="0" smtClean="0"/>
            <a:t>Lien : Jointure par Clé Étrangère (FK).</a:t>
          </a:r>
          <a:endParaRPr lang="fr-FR" sz="1700" kern="1200" dirty="0"/>
        </a:p>
      </dsp:txBody>
      <dsp:txXfrm>
        <a:off x="283897" y="1406575"/>
        <a:ext cx="5888549" cy="401878"/>
      </dsp:txXfrm>
    </dsp:sp>
    <dsp:sp modelId="{F1FA5A8D-9A2C-428D-8AC4-08C3E2B1EF13}">
      <dsp:nvSpPr>
        <dsp:cNvPr id="0" name=""/>
        <dsp:cNvSpPr/>
      </dsp:nvSpPr>
      <dsp:spPr>
        <a:xfrm>
          <a:off x="32723" y="1356340"/>
          <a:ext cx="502348" cy="502348"/>
        </a:xfrm>
        <a:prstGeom prst="ellipse">
          <a:avLst/>
        </a:prstGeom>
        <a:blipFill rotWithShape="0">
          <a:blip xmlns:r="http://schemas.openxmlformats.org/officeDocument/2006/relationships" r:embed="rId3"/>
          <a:stretch>
            <a:fillRect/>
          </a:stretch>
        </a:blipFill>
        <a:ln w="15875" cap="rnd" cmpd="sng" algn="ctr">
          <a:solidFill>
            <a:schemeClr val="accent2">
              <a:hueOff val="889586"/>
              <a:satOff val="-19883"/>
              <a:lumOff val="-1882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8C3C3E-0442-4ECD-AF56-AA5115CBD453}">
      <dsp:nvSpPr>
        <dsp:cNvPr id="0" name=""/>
        <dsp:cNvSpPr/>
      </dsp:nvSpPr>
      <dsp:spPr>
        <a:xfrm>
          <a:off x="4740" y="0"/>
          <a:ext cx="2411521" cy="446037"/>
        </a:xfrm>
        <a:prstGeom prst="homePlate">
          <a:avLst/>
        </a:prstGeom>
        <a:solidFill>
          <a:srgbClr val="265991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676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cap="none" spc="50" dirty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Contexte</a:t>
          </a:r>
        </a:p>
      </dsp:txBody>
      <dsp:txXfrm>
        <a:off x="4740" y="0"/>
        <a:ext cx="2300012" cy="446037"/>
      </dsp:txXfrm>
    </dsp:sp>
    <dsp:sp modelId="{5D4E571A-31D9-48DC-B811-D97638832778}">
      <dsp:nvSpPr>
        <dsp:cNvPr id="0" name=""/>
        <dsp:cNvSpPr/>
      </dsp:nvSpPr>
      <dsp:spPr>
        <a:xfrm>
          <a:off x="2038594" y="0"/>
          <a:ext cx="2623354" cy="446037"/>
        </a:xfrm>
        <a:prstGeom prst="chevron">
          <a:avLst/>
        </a:prstGeom>
        <a:solidFill>
          <a:srgbClr val="265991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Problématique</a:t>
          </a:r>
          <a:endParaRPr lang="fr-FR" sz="1400" b="1" kern="1200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sp:txBody>
      <dsp:txXfrm>
        <a:off x="2261613" y="0"/>
        <a:ext cx="2177317" cy="446037"/>
      </dsp:txXfrm>
    </dsp:sp>
    <dsp:sp modelId="{7B4EDA10-283B-4D2C-AE07-6856C2500E37}">
      <dsp:nvSpPr>
        <dsp:cNvPr id="0" name=""/>
        <dsp:cNvSpPr/>
      </dsp:nvSpPr>
      <dsp:spPr>
        <a:xfrm>
          <a:off x="4284281" y="0"/>
          <a:ext cx="2750761" cy="446037"/>
        </a:xfrm>
        <a:prstGeom prst="chevron">
          <a:avLst/>
        </a:prstGeom>
        <a:solidFill>
          <a:srgbClr val="265991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Conception</a:t>
          </a:r>
          <a:endParaRPr lang="fr-FR" sz="1400" b="1" kern="1200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sp:txBody>
      <dsp:txXfrm>
        <a:off x="4507300" y="0"/>
        <a:ext cx="2304724" cy="446037"/>
      </dsp:txXfrm>
    </dsp:sp>
    <dsp:sp modelId="{C6D383C7-BD7D-47CD-8134-F7BDD08963C0}">
      <dsp:nvSpPr>
        <dsp:cNvPr id="0" name=""/>
        <dsp:cNvSpPr/>
      </dsp:nvSpPr>
      <dsp:spPr>
        <a:xfrm>
          <a:off x="6657375" y="0"/>
          <a:ext cx="2399020" cy="446037"/>
        </a:xfrm>
        <a:prstGeom prst="chevron">
          <a:avLst/>
        </a:prstGeom>
        <a:solidFill>
          <a:srgbClr val="C00000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Organisation</a:t>
          </a:r>
          <a:endParaRPr lang="fr-FR" sz="1400" b="1" kern="1200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sp:txBody>
      <dsp:txXfrm>
        <a:off x="6880394" y="0"/>
        <a:ext cx="1952983" cy="446037"/>
      </dsp:txXfrm>
    </dsp:sp>
    <dsp:sp modelId="{8121185C-719C-4CAD-B4DE-040B9F9AE735}">
      <dsp:nvSpPr>
        <dsp:cNvPr id="0" name=""/>
        <dsp:cNvSpPr/>
      </dsp:nvSpPr>
      <dsp:spPr>
        <a:xfrm>
          <a:off x="8656113" y="0"/>
          <a:ext cx="2074018" cy="446037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Bilan </a:t>
          </a:r>
          <a:endParaRPr lang="fr-FR" sz="800" b="1" kern="1200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sp:txBody>
      <dsp:txXfrm>
        <a:off x="8879132" y="0"/>
        <a:ext cx="1627981" cy="446037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8C3C3E-0442-4ECD-AF56-AA5115CBD453}">
      <dsp:nvSpPr>
        <dsp:cNvPr id="0" name=""/>
        <dsp:cNvSpPr/>
      </dsp:nvSpPr>
      <dsp:spPr>
        <a:xfrm>
          <a:off x="4740" y="0"/>
          <a:ext cx="2411521" cy="446037"/>
        </a:xfrm>
        <a:prstGeom prst="homePlate">
          <a:avLst/>
        </a:prstGeom>
        <a:solidFill>
          <a:srgbClr val="265991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676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cap="none" spc="50" dirty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Contexte</a:t>
          </a:r>
        </a:p>
      </dsp:txBody>
      <dsp:txXfrm>
        <a:off x="4740" y="0"/>
        <a:ext cx="2300012" cy="446037"/>
      </dsp:txXfrm>
    </dsp:sp>
    <dsp:sp modelId="{5D4E571A-31D9-48DC-B811-D97638832778}">
      <dsp:nvSpPr>
        <dsp:cNvPr id="0" name=""/>
        <dsp:cNvSpPr/>
      </dsp:nvSpPr>
      <dsp:spPr>
        <a:xfrm>
          <a:off x="2038594" y="0"/>
          <a:ext cx="2623354" cy="446037"/>
        </a:xfrm>
        <a:prstGeom prst="chevron">
          <a:avLst/>
        </a:prstGeom>
        <a:solidFill>
          <a:srgbClr val="265991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Problématique</a:t>
          </a:r>
          <a:endParaRPr lang="fr-FR" sz="1400" b="1" kern="1200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sp:txBody>
      <dsp:txXfrm>
        <a:off x="2261613" y="0"/>
        <a:ext cx="2177317" cy="446037"/>
      </dsp:txXfrm>
    </dsp:sp>
    <dsp:sp modelId="{7B4EDA10-283B-4D2C-AE07-6856C2500E37}">
      <dsp:nvSpPr>
        <dsp:cNvPr id="0" name=""/>
        <dsp:cNvSpPr/>
      </dsp:nvSpPr>
      <dsp:spPr>
        <a:xfrm>
          <a:off x="4284281" y="0"/>
          <a:ext cx="2750761" cy="446037"/>
        </a:xfrm>
        <a:prstGeom prst="chevron">
          <a:avLst/>
        </a:prstGeom>
        <a:solidFill>
          <a:srgbClr val="265991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Conception</a:t>
          </a:r>
          <a:endParaRPr lang="fr-FR" sz="1400" b="1" kern="1200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sp:txBody>
      <dsp:txXfrm>
        <a:off x="4507300" y="0"/>
        <a:ext cx="2304724" cy="446037"/>
      </dsp:txXfrm>
    </dsp:sp>
    <dsp:sp modelId="{C6D383C7-BD7D-47CD-8134-F7BDD08963C0}">
      <dsp:nvSpPr>
        <dsp:cNvPr id="0" name=""/>
        <dsp:cNvSpPr/>
      </dsp:nvSpPr>
      <dsp:spPr>
        <a:xfrm>
          <a:off x="6657375" y="0"/>
          <a:ext cx="2399020" cy="446037"/>
        </a:xfrm>
        <a:prstGeom prst="chevron">
          <a:avLst/>
        </a:prstGeom>
        <a:solidFill>
          <a:srgbClr val="C00000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Organisation</a:t>
          </a:r>
          <a:endParaRPr lang="fr-FR" sz="1400" b="1" kern="1200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sp:txBody>
      <dsp:txXfrm>
        <a:off x="6880394" y="0"/>
        <a:ext cx="1952983" cy="446037"/>
      </dsp:txXfrm>
    </dsp:sp>
    <dsp:sp modelId="{8121185C-719C-4CAD-B4DE-040B9F9AE735}">
      <dsp:nvSpPr>
        <dsp:cNvPr id="0" name=""/>
        <dsp:cNvSpPr/>
      </dsp:nvSpPr>
      <dsp:spPr>
        <a:xfrm>
          <a:off x="8656113" y="0"/>
          <a:ext cx="2074018" cy="446037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Bilan </a:t>
          </a:r>
          <a:endParaRPr lang="fr-FR" sz="800" b="1" kern="1200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sp:txBody>
      <dsp:txXfrm>
        <a:off x="8879132" y="0"/>
        <a:ext cx="1627981" cy="446037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33F027-FCDA-4928-9606-E68D05E4CBB4}">
      <dsp:nvSpPr>
        <dsp:cNvPr id="0" name=""/>
        <dsp:cNvSpPr/>
      </dsp:nvSpPr>
      <dsp:spPr>
        <a:xfrm>
          <a:off x="1901703" y="6670"/>
          <a:ext cx="5931160" cy="863803"/>
        </a:xfrm>
        <a:prstGeom prst="rightArrow">
          <a:avLst>
            <a:gd name="adj1" fmla="val 5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254000" bIns="137129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Phase 1 (Janvier)</a:t>
          </a:r>
          <a:endParaRPr lang="fr-FR" sz="1400" kern="1200" dirty="0"/>
        </a:p>
      </dsp:txBody>
      <dsp:txXfrm>
        <a:off x="1901703" y="222621"/>
        <a:ext cx="5715209" cy="431901"/>
      </dsp:txXfrm>
    </dsp:sp>
    <dsp:sp modelId="{FA0B99BF-0EB1-491D-ACD6-8C916D3F3202}">
      <dsp:nvSpPr>
        <dsp:cNvPr id="0" name=""/>
        <dsp:cNvSpPr/>
      </dsp:nvSpPr>
      <dsp:spPr>
        <a:xfrm>
          <a:off x="1901703" y="672787"/>
          <a:ext cx="1826797" cy="166400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Conception &amp; Audit</a:t>
          </a:r>
          <a:endParaRPr lang="fr-FR" sz="1400" kern="1200" dirty="0"/>
        </a:p>
      </dsp:txBody>
      <dsp:txXfrm>
        <a:off x="1901703" y="672787"/>
        <a:ext cx="1826797" cy="1664002"/>
      </dsp:txXfrm>
    </dsp:sp>
    <dsp:sp modelId="{E2611476-CDF8-4E62-BDA6-81AADAEC1462}">
      <dsp:nvSpPr>
        <dsp:cNvPr id="0" name=""/>
        <dsp:cNvSpPr/>
      </dsp:nvSpPr>
      <dsp:spPr>
        <a:xfrm>
          <a:off x="3728501" y="294605"/>
          <a:ext cx="4104363" cy="863803"/>
        </a:xfrm>
        <a:prstGeom prst="rightArrow">
          <a:avLst>
            <a:gd name="adj1" fmla="val 5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254000" bIns="137129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Phase 2 (Février - Avril)</a:t>
          </a:r>
          <a:endParaRPr lang="fr-FR" sz="1400" kern="1200" dirty="0"/>
        </a:p>
      </dsp:txBody>
      <dsp:txXfrm>
        <a:off x="3728501" y="510556"/>
        <a:ext cx="3888412" cy="431901"/>
      </dsp:txXfrm>
    </dsp:sp>
    <dsp:sp modelId="{DD43C455-2308-4F1B-9B78-F747671CB155}">
      <dsp:nvSpPr>
        <dsp:cNvPr id="0" name=""/>
        <dsp:cNvSpPr/>
      </dsp:nvSpPr>
      <dsp:spPr>
        <a:xfrm>
          <a:off x="3728501" y="960721"/>
          <a:ext cx="1826797" cy="166400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Développement Python (</a:t>
          </a:r>
          <a:r>
            <a:rPr lang="fr-FR" sz="1400" kern="1200" dirty="0" err="1" smtClean="0"/>
            <a:t>Parsing</a:t>
          </a:r>
          <a:r>
            <a:rPr lang="fr-FR" sz="1400" kern="1200" dirty="0" smtClean="0"/>
            <a:t> &amp; ETL)</a:t>
          </a:r>
          <a:endParaRPr lang="fr-FR" sz="1400" kern="1200" dirty="0"/>
        </a:p>
      </dsp:txBody>
      <dsp:txXfrm>
        <a:off x="3728501" y="960721"/>
        <a:ext cx="1826797" cy="1664002"/>
      </dsp:txXfrm>
    </dsp:sp>
    <dsp:sp modelId="{ABB5865A-5C3C-47A8-8486-B482F4B0BBE0}">
      <dsp:nvSpPr>
        <dsp:cNvPr id="0" name=""/>
        <dsp:cNvSpPr/>
      </dsp:nvSpPr>
      <dsp:spPr>
        <a:xfrm>
          <a:off x="5555298" y="582539"/>
          <a:ext cx="2277565" cy="863803"/>
        </a:xfrm>
        <a:prstGeom prst="rightArrow">
          <a:avLst>
            <a:gd name="adj1" fmla="val 5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254000" bIns="137129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Phase 3 (Mai – Juin)</a:t>
          </a:r>
          <a:endParaRPr lang="fr-FR" sz="1400" kern="1200" dirty="0"/>
        </a:p>
      </dsp:txBody>
      <dsp:txXfrm>
        <a:off x="5555298" y="798490"/>
        <a:ext cx="2061614" cy="431901"/>
      </dsp:txXfrm>
    </dsp:sp>
    <dsp:sp modelId="{97423C80-9AB7-4EFD-933C-564E8672F549}">
      <dsp:nvSpPr>
        <dsp:cNvPr id="0" name=""/>
        <dsp:cNvSpPr/>
      </dsp:nvSpPr>
      <dsp:spPr>
        <a:xfrm>
          <a:off x="5555298" y="1248656"/>
          <a:ext cx="1826797" cy="163964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Tests, Validations Juridique  &amp; Livrables</a:t>
          </a:r>
          <a:endParaRPr lang="fr-FR" sz="1400" kern="1200" dirty="0"/>
        </a:p>
      </dsp:txBody>
      <dsp:txXfrm>
        <a:off x="5555298" y="1248656"/>
        <a:ext cx="1826797" cy="1639649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8C3C3E-0442-4ECD-AF56-AA5115CBD453}">
      <dsp:nvSpPr>
        <dsp:cNvPr id="0" name=""/>
        <dsp:cNvSpPr/>
      </dsp:nvSpPr>
      <dsp:spPr>
        <a:xfrm>
          <a:off x="4740" y="0"/>
          <a:ext cx="2411521" cy="446037"/>
        </a:xfrm>
        <a:prstGeom prst="homePlate">
          <a:avLst/>
        </a:prstGeom>
        <a:solidFill>
          <a:srgbClr val="265991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676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cap="none" spc="50" dirty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Contexte</a:t>
          </a:r>
        </a:p>
      </dsp:txBody>
      <dsp:txXfrm>
        <a:off x="4740" y="0"/>
        <a:ext cx="2300012" cy="446037"/>
      </dsp:txXfrm>
    </dsp:sp>
    <dsp:sp modelId="{5D4E571A-31D9-48DC-B811-D97638832778}">
      <dsp:nvSpPr>
        <dsp:cNvPr id="0" name=""/>
        <dsp:cNvSpPr/>
      </dsp:nvSpPr>
      <dsp:spPr>
        <a:xfrm>
          <a:off x="2038594" y="0"/>
          <a:ext cx="2623354" cy="446037"/>
        </a:xfrm>
        <a:prstGeom prst="chevron">
          <a:avLst/>
        </a:prstGeom>
        <a:solidFill>
          <a:srgbClr val="265991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Problématique</a:t>
          </a:r>
          <a:endParaRPr lang="fr-FR" sz="1400" b="1" kern="1200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sp:txBody>
      <dsp:txXfrm>
        <a:off x="2261613" y="0"/>
        <a:ext cx="2177317" cy="446037"/>
      </dsp:txXfrm>
    </dsp:sp>
    <dsp:sp modelId="{7B4EDA10-283B-4D2C-AE07-6856C2500E37}">
      <dsp:nvSpPr>
        <dsp:cNvPr id="0" name=""/>
        <dsp:cNvSpPr/>
      </dsp:nvSpPr>
      <dsp:spPr>
        <a:xfrm>
          <a:off x="4284281" y="0"/>
          <a:ext cx="2750761" cy="446037"/>
        </a:xfrm>
        <a:prstGeom prst="chevron">
          <a:avLst/>
        </a:prstGeom>
        <a:solidFill>
          <a:srgbClr val="265991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Conception</a:t>
          </a:r>
          <a:endParaRPr lang="fr-FR" sz="1400" b="1" kern="1200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sp:txBody>
      <dsp:txXfrm>
        <a:off x="4507300" y="0"/>
        <a:ext cx="2304724" cy="446037"/>
      </dsp:txXfrm>
    </dsp:sp>
    <dsp:sp modelId="{C6D383C7-BD7D-47CD-8134-F7BDD08963C0}">
      <dsp:nvSpPr>
        <dsp:cNvPr id="0" name=""/>
        <dsp:cNvSpPr/>
      </dsp:nvSpPr>
      <dsp:spPr>
        <a:xfrm>
          <a:off x="6657375" y="0"/>
          <a:ext cx="2399020" cy="446037"/>
        </a:xfrm>
        <a:prstGeom prst="chevron">
          <a:avLst/>
        </a:prstGeom>
        <a:solidFill>
          <a:srgbClr val="C00000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Organisation</a:t>
          </a:r>
          <a:endParaRPr lang="fr-FR" sz="1400" b="1" kern="1200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sp:txBody>
      <dsp:txXfrm>
        <a:off x="6880394" y="0"/>
        <a:ext cx="1952983" cy="446037"/>
      </dsp:txXfrm>
    </dsp:sp>
    <dsp:sp modelId="{8121185C-719C-4CAD-B4DE-040B9F9AE735}">
      <dsp:nvSpPr>
        <dsp:cNvPr id="0" name=""/>
        <dsp:cNvSpPr/>
      </dsp:nvSpPr>
      <dsp:spPr>
        <a:xfrm>
          <a:off x="8656113" y="0"/>
          <a:ext cx="2074018" cy="446037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Bilan </a:t>
          </a:r>
          <a:endParaRPr lang="fr-FR" sz="800" b="1" kern="1200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sp:txBody>
      <dsp:txXfrm>
        <a:off x="8879132" y="0"/>
        <a:ext cx="1627981" cy="446037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8C3C3E-0442-4ECD-AF56-AA5115CBD453}">
      <dsp:nvSpPr>
        <dsp:cNvPr id="0" name=""/>
        <dsp:cNvSpPr/>
      </dsp:nvSpPr>
      <dsp:spPr>
        <a:xfrm>
          <a:off x="4740" y="0"/>
          <a:ext cx="2411521" cy="446037"/>
        </a:xfrm>
        <a:prstGeom prst="homePlate">
          <a:avLst/>
        </a:prstGeom>
        <a:solidFill>
          <a:srgbClr val="265991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676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cap="none" spc="50" dirty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Contexte</a:t>
          </a:r>
        </a:p>
      </dsp:txBody>
      <dsp:txXfrm>
        <a:off x="4740" y="0"/>
        <a:ext cx="2300012" cy="446037"/>
      </dsp:txXfrm>
    </dsp:sp>
    <dsp:sp modelId="{5D4E571A-31D9-48DC-B811-D97638832778}">
      <dsp:nvSpPr>
        <dsp:cNvPr id="0" name=""/>
        <dsp:cNvSpPr/>
      </dsp:nvSpPr>
      <dsp:spPr>
        <a:xfrm>
          <a:off x="2038594" y="0"/>
          <a:ext cx="2623354" cy="446037"/>
        </a:xfrm>
        <a:prstGeom prst="chevron">
          <a:avLst/>
        </a:prstGeom>
        <a:solidFill>
          <a:srgbClr val="265991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Problématique</a:t>
          </a:r>
          <a:endParaRPr lang="fr-FR" sz="1400" b="1" kern="1200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sp:txBody>
      <dsp:txXfrm>
        <a:off x="2261613" y="0"/>
        <a:ext cx="2177317" cy="446037"/>
      </dsp:txXfrm>
    </dsp:sp>
    <dsp:sp modelId="{7B4EDA10-283B-4D2C-AE07-6856C2500E37}">
      <dsp:nvSpPr>
        <dsp:cNvPr id="0" name=""/>
        <dsp:cNvSpPr/>
      </dsp:nvSpPr>
      <dsp:spPr>
        <a:xfrm>
          <a:off x="4284281" y="0"/>
          <a:ext cx="2750761" cy="446037"/>
        </a:xfrm>
        <a:prstGeom prst="chevron">
          <a:avLst/>
        </a:prstGeom>
        <a:solidFill>
          <a:srgbClr val="265991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Conception</a:t>
          </a:r>
          <a:endParaRPr lang="fr-FR" sz="1400" b="1" kern="1200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sp:txBody>
      <dsp:txXfrm>
        <a:off x="4507300" y="0"/>
        <a:ext cx="2304724" cy="446037"/>
      </dsp:txXfrm>
    </dsp:sp>
    <dsp:sp modelId="{C6D383C7-BD7D-47CD-8134-F7BDD08963C0}">
      <dsp:nvSpPr>
        <dsp:cNvPr id="0" name=""/>
        <dsp:cNvSpPr/>
      </dsp:nvSpPr>
      <dsp:spPr>
        <a:xfrm>
          <a:off x="6657375" y="0"/>
          <a:ext cx="2399020" cy="446037"/>
        </a:xfrm>
        <a:prstGeom prst="chevron">
          <a:avLst/>
        </a:prstGeom>
        <a:solidFill>
          <a:srgbClr val="265991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Organisation</a:t>
          </a:r>
          <a:endParaRPr lang="fr-FR" sz="1400" b="1" kern="1200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sp:txBody>
      <dsp:txXfrm>
        <a:off x="6880394" y="0"/>
        <a:ext cx="1952983" cy="446037"/>
      </dsp:txXfrm>
    </dsp:sp>
    <dsp:sp modelId="{8121185C-719C-4CAD-B4DE-040B9F9AE735}">
      <dsp:nvSpPr>
        <dsp:cNvPr id="0" name=""/>
        <dsp:cNvSpPr/>
      </dsp:nvSpPr>
      <dsp:spPr>
        <a:xfrm>
          <a:off x="8656113" y="0"/>
          <a:ext cx="2074018" cy="446037"/>
        </a:xfrm>
        <a:prstGeom prst="chevron">
          <a:avLst/>
        </a:prstGeom>
        <a:solidFill>
          <a:srgbClr val="C00000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Bilan </a:t>
          </a:r>
          <a:endParaRPr lang="fr-FR" sz="800" b="1" kern="1200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sp:txBody>
      <dsp:txXfrm>
        <a:off x="8879132" y="0"/>
        <a:ext cx="1627981" cy="446037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8C3C3E-0442-4ECD-AF56-AA5115CBD453}">
      <dsp:nvSpPr>
        <dsp:cNvPr id="0" name=""/>
        <dsp:cNvSpPr/>
      </dsp:nvSpPr>
      <dsp:spPr>
        <a:xfrm>
          <a:off x="4740" y="0"/>
          <a:ext cx="2411521" cy="446037"/>
        </a:xfrm>
        <a:prstGeom prst="homePlate">
          <a:avLst/>
        </a:prstGeom>
        <a:solidFill>
          <a:srgbClr val="265991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676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cap="none" spc="50" dirty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Contexte</a:t>
          </a:r>
        </a:p>
      </dsp:txBody>
      <dsp:txXfrm>
        <a:off x="4740" y="0"/>
        <a:ext cx="2300012" cy="446037"/>
      </dsp:txXfrm>
    </dsp:sp>
    <dsp:sp modelId="{5D4E571A-31D9-48DC-B811-D97638832778}">
      <dsp:nvSpPr>
        <dsp:cNvPr id="0" name=""/>
        <dsp:cNvSpPr/>
      </dsp:nvSpPr>
      <dsp:spPr>
        <a:xfrm>
          <a:off x="2038594" y="0"/>
          <a:ext cx="2623354" cy="446037"/>
        </a:xfrm>
        <a:prstGeom prst="chevron">
          <a:avLst/>
        </a:prstGeom>
        <a:solidFill>
          <a:srgbClr val="265991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Problématique</a:t>
          </a:r>
          <a:endParaRPr lang="fr-FR" sz="1400" b="1" kern="1200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sp:txBody>
      <dsp:txXfrm>
        <a:off x="2261613" y="0"/>
        <a:ext cx="2177317" cy="446037"/>
      </dsp:txXfrm>
    </dsp:sp>
    <dsp:sp modelId="{7B4EDA10-283B-4D2C-AE07-6856C2500E37}">
      <dsp:nvSpPr>
        <dsp:cNvPr id="0" name=""/>
        <dsp:cNvSpPr/>
      </dsp:nvSpPr>
      <dsp:spPr>
        <a:xfrm>
          <a:off x="4284281" y="0"/>
          <a:ext cx="2750761" cy="446037"/>
        </a:xfrm>
        <a:prstGeom prst="chevron">
          <a:avLst/>
        </a:prstGeom>
        <a:solidFill>
          <a:srgbClr val="265991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Conception</a:t>
          </a:r>
          <a:endParaRPr lang="fr-FR" sz="1400" b="1" kern="1200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sp:txBody>
      <dsp:txXfrm>
        <a:off x="4507300" y="0"/>
        <a:ext cx="2304724" cy="446037"/>
      </dsp:txXfrm>
    </dsp:sp>
    <dsp:sp modelId="{C6D383C7-BD7D-47CD-8134-F7BDD08963C0}">
      <dsp:nvSpPr>
        <dsp:cNvPr id="0" name=""/>
        <dsp:cNvSpPr/>
      </dsp:nvSpPr>
      <dsp:spPr>
        <a:xfrm>
          <a:off x="6657375" y="0"/>
          <a:ext cx="2399020" cy="446037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Organisation</a:t>
          </a:r>
          <a:endParaRPr lang="fr-FR" sz="1400" b="1" kern="1200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sp:txBody>
      <dsp:txXfrm>
        <a:off x="6880394" y="0"/>
        <a:ext cx="1952983" cy="446037"/>
      </dsp:txXfrm>
    </dsp:sp>
    <dsp:sp modelId="{8121185C-719C-4CAD-B4DE-040B9F9AE735}">
      <dsp:nvSpPr>
        <dsp:cNvPr id="0" name=""/>
        <dsp:cNvSpPr/>
      </dsp:nvSpPr>
      <dsp:spPr>
        <a:xfrm>
          <a:off x="8656113" y="0"/>
          <a:ext cx="2074018" cy="446037"/>
        </a:xfrm>
        <a:prstGeom prst="chevron">
          <a:avLst/>
        </a:prstGeom>
        <a:solidFill>
          <a:srgbClr val="C00000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Bilan </a:t>
          </a:r>
          <a:endParaRPr lang="fr-FR" sz="800" b="1" kern="1200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sp:txBody>
      <dsp:txXfrm>
        <a:off x="8879132" y="0"/>
        <a:ext cx="1627981" cy="446037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1EF63C-CF42-43CD-9F2B-1ABE05983E52}">
      <dsp:nvSpPr>
        <dsp:cNvPr id="0" name=""/>
        <dsp:cNvSpPr/>
      </dsp:nvSpPr>
      <dsp:spPr>
        <a:xfrm rot="10800000">
          <a:off x="1998964" y="769"/>
          <a:ext cx="6680358" cy="1265271"/>
        </a:xfrm>
        <a:prstGeom prst="homePlat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7950" tIns="129540" rIns="241808" bIns="129540" numCol="1" spcCol="1270" anchor="ctr" anchorCtr="0">
          <a:noAutofit/>
        </a:bodyPr>
        <a:lstStyle/>
        <a:p>
          <a:pPr lvl="0" algn="ctr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0" lang="fr-FR" altLang="fr-FR" sz="3400" b="1" i="0" u="none" strike="noStrike" kern="1200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Bilan :</a:t>
          </a:r>
          <a:r>
            <a:rPr kumimoji="0" lang="fr-FR" altLang="fr-FR" sz="3400" b="0" i="0" u="none" strike="noStrike" kern="1200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 Conception validée &amp; Audit terminé </a:t>
          </a:r>
          <a:endParaRPr lang="fr-FR" sz="3400" kern="1200" dirty="0"/>
        </a:p>
      </dsp:txBody>
      <dsp:txXfrm rot="10800000">
        <a:off x="2315282" y="769"/>
        <a:ext cx="6364040" cy="1265271"/>
      </dsp:txXfrm>
    </dsp:sp>
    <dsp:sp modelId="{5942B889-59E3-4084-9B79-324FF3B11AFD}">
      <dsp:nvSpPr>
        <dsp:cNvPr id="0" name=""/>
        <dsp:cNvSpPr/>
      </dsp:nvSpPr>
      <dsp:spPr>
        <a:xfrm>
          <a:off x="1366328" y="769"/>
          <a:ext cx="1265271" cy="1265271"/>
        </a:xfrm>
        <a:prstGeom prst="ellipse">
          <a:avLst/>
        </a:prstGeom>
        <a:blipFill rotWithShape="1">
          <a:blip xmlns:r="http://schemas.openxmlformats.org/officeDocument/2006/relationships" r:embed="rId1"/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4C8C73-9EC5-48DE-A202-A460B46D532B}">
      <dsp:nvSpPr>
        <dsp:cNvPr id="0" name=""/>
        <dsp:cNvSpPr/>
      </dsp:nvSpPr>
      <dsp:spPr>
        <a:xfrm rot="10800000">
          <a:off x="1998964" y="1643733"/>
          <a:ext cx="6680358" cy="1265271"/>
        </a:xfrm>
        <a:prstGeom prst="homePlate">
          <a:avLst/>
        </a:prstGeom>
        <a:solidFill>
          <a:schemeClr val="accent2">
            <a:hueOff val="444793"/>
            <a:satOff val="-9942"/>
            <a:lumOff val="-9412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7950" tIns="129540" rIns="241808" bIns="129540" numCol="1" spcCol="1270" anchor="ctr" anchorCtr="0">
          <a:noAutofit/>
        </a:bodyPr>
        <a:lstStyle/>
        <a:p>
          <a:pPr lvl="0" algn="ctr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0" lang="fr-FR" altLang="fr-FR" sz="3400" b="1" i="0" u="none" strike="noStrike" kern="1200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Technique :</a:t>
          </a:r>
          <a:r>
            <a:rPr kumimoji="0" lang="fr-FR" altLang="fr-FR" sz="3400" b="0" i="0" u="none" strike="noStrike" kern="1200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 Environnement Python &amp; Git opérationnel </a:t>
          </a:r>
          <a:endParaRPr lang="fr-FR" sz="3400" kern="1200" dirty="0"/>
        </a:p>
      </dsp:txBody>
      <dsp:txXfrm rot="10800000">
        <a:off x="2315282" y="1643733"/>
        <a:ext cx="6364040" cy="1265271"/>
      </dsp:txXfrm>
    </dsp:sp>
    <dsp:sp modelId="{EBB411AB-32A4-4631-8DFA-7DFDCD33C210}">
      <dsp:nvSpPr>
        <dsp:cNvPr id="0" name=""/>
        <dsp:cNvSpPr/>
      </dsp:nvSpPr>
      <dsp:spPr>
        <a:xfrm>
          <a:off x="1366328" y="1643733"/>
          <a:ext cx="1265271" cy="1265271"/>
        </a:xfrm>
        <a:prstGeom prst="ellipse">
          <a:avLst/>
        </a:prstGeom>
        <a:blipFill rotWithShape="1">
          <a:blip xmlns:r="http://schemas.openxmlformats.org/officeDocument/2006/relationships" r:embed="rId2"/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4143C2-78FB-445C-BE9D-0F44F6B87B34}">
      <dsp:nvSpPr>
        <dsp:cNvPr id="0" name=""/>
        <dsp:cNvSpPr/>
      </dsp:nvSpPr>
      <dsp:spPr>
        <a:xfrm rot="10800000">
          <a:off x="1998964" y="3286698"/>
          <a:ext cx="6680358" cy="1265271"/>
        </a:xfrm>
        <a:prstGeom prst="homePlate">
          <a:avLst/>
        </a:prstGeom>
        <a:solidFill>
          <a:schemeClr val="accent2">
            <a:hueOff val="889586"/>
            <a:satOff val="-19883"/>
            <a:lumOff val="-18823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7950" tIns="129540" rIns="241808" bIns="12954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0" lang="fr-FR" altLang="fr-FR" sz="3400" b="1" i="0" u="none" strike="noStrike" kern="1200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Suite :</a:t>
          </a:r>
          <a:r>
            <a:rPr kumimoji="0" lang="fr-FR" altLang="fr-FR" sz="3400" b="0" i="0" u="none" strike="noStrike" kern="1200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 Démarrage du Sprint 1 (</a:t>
          </a:r>
          <a:r>
            <a:rPr kumimoji="0" lang="fr-FR" altLang="fr-FR" sz="3400" b="0" i="0" u="none" strike="noStrike" kern="1200" cap="none" normalizeH="0" baseline="0" dirty="0" err="1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Parsing</a:t>
          </a:r>
          <a:r>
            <a:rPr kumimoji="0" lang="fr-FR" altLang="fr-FR" sz="3400" b="0" i="0" u="none" strike="noStrike" kern="1200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) dès lundi</a:t>
          </a:r>
          <a:endParaRPr kumimoji="0" lang="fr-FR" sz="34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endParaRPr>
        </a:p>
      </dsp:txBody>
      <dsp:txXfrm rot="10800000">
        <a:off x="2315282" y="3286698"/>
        <a:ext cx="6364040" cy="1265271"/>
      </dsp:txXfrm>
    </dsp:sp>
    <dsp:sp modelId="{D81B9F52-F3CC-4B2B-AB11-0CB8921E0D11}">
      <dsp:nvSpPr>
        <dsp:cNvPr id="0" name=""/>
        <dsp:cNvSpPr/>
      </dsp:nvSpPr>
      <dsp:spPr>
        <a:xfrm>
          <a:off x="1366328" y="3286698"/>
          <a:ext cx="1265271" cy="1265271"/>
        </a:xfrm>
        <a:prstGeom prst="ellipse">
          <a:avLst/>
        </a:prstGeom>
        <a:blipFill rotWithShape="1">
          <a:blip xmlns:r="http://schemas.openxmlformats.org/officeDocument/2006/relationships" r:embed="rId3"/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8C3C3E-0442-4ECD-AF56-AA5115CBD453}">
      <dsp:nvSpPr>
        <dsp:cNvPr id="0" name=""/>
        <dsp:cNvSpPr/>
      </dsp:nvSpPr>
      <dsp:spPr>
        <a:xfrm>
          <a:off x="4740" y="0"/>
          <a:ext cx="2411521" cy="446037"/>
        </a:xfrm>
        <a:prstGeom prst="homePlate">
          <a:avLst/>
        </a:prstGeom>
        <a:solidFill>
          <a:srgbClr val="265991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676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cap="none" spc="50" dirty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Contexte</a:t>
          </a:r>
        </a:p>
      </dsp:txBody>
      <dsp:txXfrm>
        <a:off x="4740" y="0"/>
        <a:ext cx="2300012" cy="446037"/>
      </dsp:txXfrm>
    </dsp:sp>
    <dsp:sp modelId="{5D4E571A-31D9-48DC-B811-D97638832778}">
      <dsp:nvSpPr>
        <dsp:cNvPr id="0" name=""/>
        <dsp:cNvSpPr/>
      </dsp:nvSpPr>
      <dsp:spPr>
        <a:xfrm>
          <a:off x="2038594" y="0"/>
          <a:ext cx="2623354" cy="446037"/>
        </a:xfrm>
        <a:prstGeom prst="chevron">
          <a:avLst/>
        </a:prstGeom>
        <a:solidFill>
          <a:srgbClr val="265991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Problématique</a:t>
          </a:r>
          <a:endParaRPr lang="fr-FR" sz="1400" b="1" kern="1200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sp:txBody>
      <dsp:txXfrm>
        <a:off x="2261613" y="0"/>
        <a:ext cx="2177317" cy="446037"/>
      </dsp:txXfrm>
    </dsp:sp>
    <dsp:sp modelId="{7B4EDA10-283B-4D2C-AE07-6856C2500E37}">
      <dsp:nvSpPr>
        <dsp:cNvPr id="0" name=""/>
        <dsp:cNvSpPr/>
      </dsp:nvSpPr>
      <dsp:spPr>
        <a:xfrm>
          <a:off x="4284281" y="0"/>
          <a:ext cx="2750761" cy="446037"/>
        </a:xfrm>
        <a:prstGeom prst="chevron">
          <a:avLst/>
        </a:prstGeom>
        <a:solidFill>
          <a:srgbClr val="265991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Conception</a:t>
          </a:r>
          <a:endParaRPr lang="fr-FR" sz="1400" b="1" kern="1200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sp:txBody>
      <dsp:txXfrm>
        <a:off x="4507300" y="0"/>
        <a:ext cx="2304724" cy="446037"/>
      </dsp:txXfrm>
    </dsp:sp>
    <dsp:sp modelId="{C6D383C7-BD7D-47CD-8134-F7BDD08963C0}">
      <dsp:nvSpPr>
        <dsp:cNvPr id="0" name=""/>
        <dsp:cNvSpPr/>
      </dsp:nvSpPr>
      <dsp:spPr>
        <a:xfrm>
          <a:off x="6657375" y="0"/>
          <a:ext cx="2399020" cy="446037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Organisation</a:t>
          </a:r>
          <a:endParaRPr lang="fr-FR" sz="1400" b="1" kern="1200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sp:txBody>
      <dsp:txXfrm>
        <a:off x="6880394" y="0"/>
        <a:ext cx="1952983" cy="446037"/>
      </dsp:txXfrm>
    </dsp:sp>
    <dsp:sp modelId="{8121185C-719C-4CAD-B4DE-040B9F9AE735}">
      <dsp:nvSpPr>
        <dsp:cNvPr id="0" name=""/>
        <dsp:cNvSpPr/>
      </dsp:nvSpPr>
      <dsp:spPr>
        <a:xfrm>
          <a:off x="8656113" y="0"/>
          <a:ext cx="2074018" cy="446037"/>
        </a:xfrm>
        <a:prstGeom prst="chevron">
          <a:avLst/>
        </a:prstGeom>
        <a:solidFill>
          <a:srgbClr val="C00000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cap="none" spc="50" dirty="0" smtClean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Bilan </a:t>
          </a:r>
          <a:endParaRPr lang="fr-FR" sz="800" b="1" kern="1200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sp:txBody>
      <dsp:txXfrm>
        <a:off x="8879132" y="0"/>
        <a:ext cx="1627981" cy="4460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9/3/layout/IncreasingArrowsProcess">
  <dgm:title val=""/>
  <dgm:desc val=""/>
  <dgm:catLst>
    <dgm:cat type="process" pri="5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 val="5"/>
      <dgm:chPref val="5"/>
      <dgm:dir/>
      <dgm:animLvl val="lvl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choose name="Name3">
          <dgm:if name="Name4" axis="ch ch" ptType="node node" func="cnt" op="equ" val="0">
            <dgm:alg type="composite">
              <dgm:param type="ar" val="6.8662"/>
            </dgm:alg>
            <dgm:choose name="Name5">
              <dgm:if name="Name6" func="var" arg="dir" op="equ" val="norm">
                <dgm:constrLst>
                  <dgm:constr type="primFontSz" for="des" forName="parentText1" val="65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/>
                </dgm:constrLst>
              </dgm:if>
              <dgm:else name="Name7">
                <dgm:constrLst>
                  <dgm:constr type="primFontSz" for="des" forName="parentText1" val="65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/>
                </dgm:constrLst>
              </dgm:else>
            </dgm:choose>
          </dgm:if>
          <dgm:else name="Name8">
            <dgm:alg type="composite">
              <dgm:param type="ar" val="1.9864"/>
            </dgm:alg>
            <dgm:choose name="Name9">
              <dgm:if name="Name1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93"/>
                  <dgm:constr type="l" for="ch" forName="childText1" refType="w" fact="0"/>
                  <dgm:constr type="t" for="ch" forName="childText1" refType="h" fact="0.224"/>
                  <dgm:constr type="w" for="ch" forName="childText1" refType="w" fact="0.9241"/>
                  <dgm:constr type="h" for="ch" forName="childText1" refType="h" fact="0.776"/>
                </dgm:constrLst>
              </dgm:if>
              <dgm:else name="Name1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93"/>
                  <dgm:constr type="l" for="ch" forName="childText1" refType="w" fact="0.076"/>
                  <dgm:constr type="t" for="ch" forName="childText1" refType="h" fact="0.224"/>
                  <dgm:constr type="w" for="ch" forName="childText1" refType="w" fact="0.9241"/>
                  <dgm:constr type="h" for="ch" forName="childText1" refType="h" fact="0.776"/>
                </dgm:constrLst>
              </dgm:else>
            </dgm:choose>
          </dgm:else>
        </dgm:choose>
      </dgm:if>
      <dgm:if name="Name12" axis="ch" ptType="node" func="cnt" op="equ" val="2">
        <dgm:choose name="Name13">
          <dgm:if name="Name14" axis="ch ch" ptType="node node" func="cnt" op="equ" val="0">
            <dgm:alg type="composite">
              <dgm:param type="ar" val="5.1498"/>
            </dgm:alg>
            <dgm:choose name="Name15">
              <dgm:if name="Name1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7501"/>
                  <dgm:constr type="l" for="ch" forName="parentText2" refType="w" fact="0.462"/>
                  <dgm:constr type="t" for="ch" forName="parentText2" refType="h" fact="0.2499"/>
                  <dgm:constr type="w" for="ch" forName="parentText2" refType="w" fact="0.538"/>
                  <dgm:constr type="h" for="ch" forName="parentText2" refType="h" fact="0.7501"/>
                </dgm:constrLst>
              </dgm:if>
              <dgm:else name="Name1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7501"/>
                  <dgm:constr type="l" for="ch" forName="parentText2" refType="w" fact="0"/>
                  <dgm:constr type="t" for="ch" forName="parentText2" refType="h" fact="0.2499"/>
                  <dgm:constr type="w" for="ch" forName="parentText2" refType="w" fact="0.538"/>
                  <dgm:constr type="h" for="ch" forName="parentText2" refType="h" fact="0.7501"/>
                </dgm:constrLst>
              </dgm:else>
            </dgm:choose>
          </dgm:if>
          <dgm:else name="Name18">
            <dgm:alg type="composite">
              <dgm:param type="ar" val="2.0563"/>
            </dgm:alg>
            <dgm:choose name="Name19">
              <dgm:if name="Name2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parentText2" refType="primFontSz" refFor="des" refForName="parentText1" op="equ"/>
                  <dgm:constr type="primFontSz" for="des" forName="childText2" refType="primFontSz" refFor="des" refForName="child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995"/>
                  <dgm:constr type="l" for="ch" forName="parentText2" refType="w" fact="0.462"/>
                  <dgm:constr type="t" for="ch" forName="parentText2" refType="h" fact="0.0998"/>
                  <dgm:constr type="w" for="ch" forName="parentText2" refType="w" fact="0.538"/>
                  <dgm:constr type="h" for="ch" forName="parentText2" refType="h" fact="0.2995"/>
                  <dgm:constr type="l" for="ch" forName="childText1" refType="w" fact="0"/>
                  <dgm:constr type="t" for="ch" forName="childText1" refType="h" fact="0.2317"/>
                  <dgm:constr type="w" for="ch" forName="childText1" refType="w" fact="0.462"/>
                  <dgm:constr type="h" for="ch" forName="childText1" refType="h" fact="0.6685"/>
                  <dgm:constr type="l" for="ch" forName="childText2" refType="w" fact="0.462"/>
                  <dgm:constr type="t" for="ch" forName="childText2" refType="h" fact="0.3315"/>
                  <dgm:constr type="w" for="ch" forName="childText2" refType="w" fact="0.462"/>
                  <dgm:constr type="h" for="ch" forName="childText2" refType="h" fact="0.6685"/>
                </dgm:constrLst>
              </dgm:if>
              <dgm:else name="Name2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parentText2" refType="primFontSz" refFor="des" refForName="parentText1" op="equ"/>
                  <dgm:constr type="primFontSz" for="des" forName="childText2" refType="primFontSz" refFor="des" refForName="child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995"/>
                  <dgm:constr type="l" for="ch" forName="parentText2" refType="w" fact="0"/>
                  <dgm:constr type="t" for="ch" forName="parentText2" refType="h" fact="0.0998"/>
                  <dgm:constr type="w" for="ch" forName="parentText2" refType="w" fact="0.538"/>
                  <dgm:constr type="h" for="ch" forName="parentText2" refType="h" fact="0.2995"/>
                  <dgm:constr type="l" for="ch" forName="childText1" refType="w" fact="0.538"/>
                  <dgm:constr type="t" for="ch" forName="childText1" refType="h" fact="0.2317"/>
                  <dgm:constr type="w" for="ch" forName="childText1" refType="w" fact="0.462"/>
                  <dgm:constr type="h" for="ch" forName="childText1" refType="h" fact="0.6685"/>
                  <dgm:constr type="l" for="ch" forName="childText2" refType="w" fact="0.076"/>
                  <dgm:constr type="t" for="ch" forName="childText2" refType="h" fact="0.3315"/>
                  <dgm:constr type="w" for="ch" forName="childText2" refType="w" fact="0.462"/>
                  <dgm:constr type="h" for="ch" forName="childText2" refType="h" fact="0.6685"/>
                </dgm:constrLst>
              </dgm:else>
            </dgm:choose>
          </dgm:else>
        </dgm:choose>
      </dgm:if>
      <dgm:if name="Name22" axis="ch" ptType="node" func="cnt" op="equ" val="3">
        <dgm:choose name="Name23">
          <dgm:if name="Name24" axis="ch ch" ptType="node node" func="cnt" op="equ" val="0">
            <dgm:alg type="composite">
              <dgm:param type="ar" val="4.1198"/>
            </dgm:alg>
            <dgm:choose name="Name25">
              <dgm:if name="Name2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6"/>
                  <dgm:constr type="l" for="ch" forName="parentText2" refType="w" fact="0.308"/>
                  <dgm:constr type="t" for="ch" forName="parentText2" refType="h" fact="0.2"/>
                  <dgm:constr type="w" for="ch" forName="parentText2" refType="w" fact="0.692"/>
                  <dgm:constr type="h" for="ch" forName="parentText2" refType="h" fact="0.6"/>
                  <dgm:constr type="l" for="ch" forName="parentText3" refType="w" fact="0.616"/>
                  <dgm:constr type="t" for="ch" forName="parentText3" refType="h" fact="0.4"/>
                  <dgm:constr type="w" for="ch" forName="parentText3" refType="w" fact="0.384"/>
                  <dgm:constr type="h" for="ch" forName="parentText3" refType="h" fact="0.6"/>
                </dgm:constrLst>
              </dgm:if>
              <dgm:else name="Name2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6"/>
                  <dgm:constr type="l" for="ch" forName="parentText2" refType="w" fact="0"/>
                  <dgm:constr type="t" for="ch" forName="parentText2" refType="h" fact="0.2"/>
                  <dgm:constr type="w" for="ch" forName="parentText2" refType="w" fact="0.692"/>
                  <dgm:constr type="h" for="ch" forName="parentText2" refType="h" fact="0.6"/>
                  <dgm:constr type="l" for="ch" forName="parentText3" refType="w" fact="0"/>
                  <dgm:constr type="t" for="ch" forName="parentText3" refType="h" fact="0.4"/>
                  <dgm:constr type="w" for="ch" forName="parentText3" refType="w" fact="0.384"/>
                  <dgm:constr type="h" for="ch" forName="parentText3" refType="h" fact="0.6"/>
                </dgm:constrLst>
              </dgm:else>
            </dgm:choose>
          </dgm:if>
          <dgm:else name="Name28">
            <dgm:alg type="composite">
              <dgm:param type="ar" val="2.0702"/>
            </dgm:alg>
            <dgm:choose name="Name29">
              <dgm:if name="Name3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l" for="ch" forName="childText1" refType="w" fact="0"/>
                  <dgm:constr type="t" for="ch" forName="childText1" refType="h" fact="0.2325"/>
                  <dgm:constr type="w" for="ch" forName="childText1" refType="w" fact="0.308"/>
                  <dgm:constr type="h" for="ch" forName="childText1" refType="h" fact="0.5808"/>
                  <dgm:constr type="l" for="ch" forName="childText2" refType="w" fact="0.308"/>
                  <dgm:constr type="t" for="ch" forName="childText2" refType="h" fact="0.333"/>
                  <dgm:constr type="w" for="ch" forName="childText2" refType="w" fact="0.308"/>
                  <dgm:constr type="h" for="ch" forName="childText2" refType="h" fact="0.5808"/>
                  <dgm:constr type="l" for="ch" forName="childText3" refType="w" fact="0.616"/>
                  <dgm:constr type="t" for="ch" forName="childText3" refType="h" fact="0.4335"/>
                  <dgm:constr type="w" for="ch" forName="childText3" refType="w" fact="0.308"/>
                  <dgm:constr type="h" for="ch" forName="childText3" refType="h" fact="0.572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3015"/>
                  <dgm:constr type="l" for="ch" forName="parentText2" refType="w" fact="0.308"/>
                  <dgm:constr type="t" for="ch" forName="parentText2" refType="h" fact="0.1005"/>
                  <dgm:constr type="w" for="ch" forName="parentText2" refType="w" fact="0.692"/>
                  <dgm:constr type="h" for="ch" forName="parentText2" refType="h" fact="0.3015"/>
                  <dgm:constr type="l" for="ch" forName="parentText3" refType="w" fact="0.616"/>
                  <dgm:constr type="t" for="ch" forName="parentText3" refType="h" fact="0.201"/>
                  <dgm:constr type="w" for="ch" forName="parentText3" refType="w" fact="0.384"/>
                  <dgm:constr type="h" for="ch" forName="parentText3" refType="h" fact="0.3015"/>
                </dgm:constrLst>
              </dgm:if>
              <dgm:else name="Name3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l" for="ch" forName="childText1" refType="w" fact="0.692"/>
                  <dgm:constr type="t" for="ch" forName="childText1" refType="h" fact="0.2325"/>
                  <dgm:constr type="w" for="ch" forName="childText1" refType="w" fact="0.308"/>
                  <dgm:constr type="h" for="ch" forName="childText1" refType="h" fact="0.5808"/>
                  <dgm:constr type="l" for="ch" forName="childText2" refType="w" fact="0.384"/>
                  <dgm:constr type="t" for="ch" forName="childText2" refType="h" fact="0.333"/>
                  <dgm:constr type="w" for="ch" forName="childText2" refType="w" fact="0.308"/>
                  <dgm:constr type="h" for="ch" forName="childText2" refType="h" fact="0.5808"/>
                  <dgm:constr type="l" for="ch" forName="childText3" refType="w" fact="0.076"/>
                  <dgm:constr type="t" for="ch" forName="childText3" refType="h" fact="0.4335"/>
                  <dgm:constr type="w" for="ch" forName="childText3" refType="w" fact="0.308"/>
                  <dgm:constr type="h" for="ch" forName="childText3" refType="h" fact="0.572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3015"/>
                  <dgm:constr type="l" for="ch" forName="parentText2" refType="w" fact="0"/>
                  <dgm:constr type="t" for="ch" forName="parentText2" refType="h" fact="0.1005"/>
                  <dgm:constr type="w" for="ch" forName="parentText2" refType="w" fact="0.692"/>
                  <dgm:constr type="h" for="ch" forName="parentText2" refType="h" fact="0.3015"/>
                  <dgm:constr type="l" for="ch" forName="parentText3" refType="w" fact="0"/>
                  <dgm:constr type="t" for="ch" forName="parentText3" refType="h" fact="0.201"/>
                  <dgm:constr type="w" for="ch" forName="parentText3" refType="w" fact="0.384"/>
                  <dgm:constr type="h" for="ch" forName="parentText3" refType="h" fact="0.3015"/>
                </dgm:constrLst>
              </dgm:else>
            </dgm:choose>
          </dgm:else>
        </dgm:choose>
      </dgm:if>
      <dgm:if name="Name32" axis="ch" ptType="node" func="cnt" op="equ" val="4">
        <dgm:choose name="Name33">
          <dgm:if name="Name34" axis="ch ch" ptType="node node" func="cnt" op="equ" val="0">
            <dgm:alg type="composite">
              <dgm:param type="ar" val="3.435"/>
            </dgm:alg>
            <dgm:choose name="Name35">
              <dgm:if name="Name3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5001"/>
                  <dgm:constr type="l" for="ch" forName="parentText2" refType="w" fact="0.2305"/>
                  <dgm:constr type="t" for="ch" forName="parentText2" refType="h" fact="0.1666"/>
                  <dgm:constr type="w" for="ch" forName="parentText2" refType="w" fact="0.7695"/>
                  <dgm:constr type="h" for="ch" forName="parentText2" refType="h" fact="0.5001"/>
                  <dgm:constr type="l" for="ch" forName="parentText3" refType="w" fact="0.461"/>
                  <dgm:constr type="t" for="ch" forName="parentText3" refType="h" fact="0.3333"/>
                  <dgm:constr type="w" for="ch" forName="parentText3" refType="w" fact="0.539"/>
                  <dgm:constr type="h" for="ch" forName="parentText3" refType="h" fact="0.5001"/>
                  <dgm:constr type="l" for="ch" forName="parentText4" refType="w" fact="0.6915"/>
                  <dgm:constr type="t" for="ch" forName="parentText4" refType="h" fact="0.4999"/>
                  <dgm:constr type="w" for="ch" forName="parentText4" refType="w" fact="0.3085"/>
                  <dgm:constr type="h" for="ch" forName="parentText4" refType="h" fact="0.5001"/>
                </dgm:constrLst>
              </dgm:if>
              <dgm:else name="Name3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5001"/>
                  <dgm:constr type="l" for="ch" forName="parentText2" refType="w" fact="0"/>
                  <dgm:constr type="t" for="ch" forName="parentText2" refType="h" fact="0.1666"/>
                  <dgm:constr type="w" for="ch" forName="parentText2" refType="w" fact="0.7695"/>
                  <dgm:constr type="h" for="ch" forName="parentText2" refType="h" fact="0.5001"/>
                  <dgm:constr type="l" for="ch" forName="parentText3" refType="w" fact="0"/>
                  <dgm:constr type="t" for="ch" forName="parentText3" refType="h" fact="0.3333"/>
                  <dgm:constr type="w" for="ch" forName="parentText3" refType="w" fact="0.539"/>
                  <dgm:constr type="h" for="ch" forName="parentText3" refType="h" fact="0.5001"/>
                  <dgm:constr type="l" for="ch" forName="parentText4" refType="w" fact="0"/>
                  <dgm:constr type="t" for="ch" forName="parentText4" refType="h" fact="0.4999"/>
                  <dgm:constr type="w" for="ch" forName="parentText4" refType="w" fact="0.3085"/>
                  <dgm:constr type="h" for="ch" forName="parentText4" refType="h" fact="0.5001"/>
                </dgm:constrLst>
              </dgm:else>
            </dgm:choose>
          </dgm:if>
          <dgm:else name="Name38">
            <dgm:alg type="composite">
              <dgm:param type="ar" val="1.9377"/>
            </dgm:alg>
            <dgm:choose name="Name39">
              <dgm:if name="Name4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l" for="ch" forName="childText1" refType="w" fact="0"/>
                  <dgm:constr type="t" for="ch" forName="childText1" refType="h" fact="0.218"/>
                  <dgm:constr type="w" for="ch" forName="childText1" refType="w" fact="0.2305"/>
                  <dgm:constr type="h" for="ch" forName="childText1" refType="h" fact="0.5218"/>
                  <dgm:constr type="l" for="ch" forName="childText2" refType="w" fact="0.2305"/>
                  <dgm:constr type="t" for="ch" forName="childText2" refType="h" fact="0.312"/>
                  <dgm:constr type="w" for="ch" forName="childText2" refType="w" fact="0.2305"/>
                  <dgm:constr type="h" for="ch" forName="childText2" refType="h" fact="0.5085"/>
                  <dgm:constr type="l" for="ch" forName="childText3" refType="w" fact="0.461"/>
                  <dgm:constr type="t" for="ch" forName="childText3" refType="h" fact="0.406"/>
                  <dgm:constr type="w" for="ch" forName="childText3" refType="w" fact="0.2305"/>
                  <dgm:constr type="h" for="ch" forName="childText3" refType="h" fact="0.5119"/>
                  <dgm:constr type="l" for="ch" forName="childText4" refType="w" fact="0.6915"/>
                  <dgm:constr type="t" for="ch" forName="childText4" refType="h" fact="0.5"/>
                  <dgm:constr type="w" for="ch" forName="childText4" refType="w" fact="0.2326"/>
                  <dgm:constr type="h" for="ch" forName="childText4" refType="h" fact="0.5179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21"/>
                  <dgm:constr type="l" for="ch" forName="parentText2" refType="w" fact="0.2305"/>
                  <dgm:constr type="t" for="ch" forName="parentText2" refType="h" fact="0.094"/>
                  <dgm:constr type="w" for="ch" forName="parentText2" refType="w" fact="0.7695"/>
                  <dgm:constr type="h" for="ch" forName="parentText2" refType="h" fact="0.2821"/>
                  <dgm:constr type="l" for="ch" forName="parentText3" refType="w" fact="0.461"/>
                  <dgm:constr type="t" for="ch" forName="parentText3" refType="h" fact="0.188"/>
                  <dgm:constr type="w" for="ch" forName="parentText3" refType="w" fact="0.539"/>
                  <dgm:constr type="h" for="ch" forName="parentText3" refType="h" fact="0.2821"/>
                  <dgm:constr type="l" for="ch" forName="parentText4" refType="w" fact="0.6915"/>
                  <dgm:constr type="t" for="ch" forName="parentText4" refType="h" fact="0.282"/>
                  <dgm:constr type="w" for="ch" forName="parentText4" refType="w" fact="0.3085"/>
                  <dgm:constr type="h" for="ch" forName="parentText4" refType="h" fact="0.2821"/>
                </dgm:constrLst>
              </dgm:if>
              <dgm:else name="Name4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l" for="ch" forName="childText1" refType="w" fact="0.7695"/>
                  <dgm:constr type="t" for="ch" forName="childText1" refType="h" fact="0.218"/>
                  <dgm:constr type="w" for="ch" forName="childText1" refType="w" fact="0.2305"/>
                  <dgm:constr type="h" for="ch" forName="childText1" refType="h" fact="0.5218"/>
                  <dgm:constr type="l" for="ch" forName="childText2" refType="w" fact="0.539"/>
                  <dgm:constr type="t" for="ch" forName="childText2" refType="h" fact="0.312"/>
                  <dgm:constr type="w" for="ch" forName="childText2" refType="w" fact="0.2305"/>
                  <dgm:constr type="h" for="ch" forName="childText2" refType="h" fact="0.5085"/>
                  <dgm:constr type="l" for="ch" forName="childText3" refType="w" fact="0.3085"/>
                  <dgm:constr type="t" for="ch" forName="childText3" refType="h" fact="0.406"/>
                  <dgm:constr type="w" for="ch" forName="childText3" refType="w" fact="0.2305"/>
                  <dgm:constr type="h" for="ch" forName="childText3" refType="h" fact="0.5119"/>
                  <dgm:constr type="l" for="ch" forName="childText4" refType="w" fact="0.076"/>
                  <dgm:constr type="t" for="ch" forName="childText4" refType="h" fact="0.5"/>
                  <dgm:constr type="w" for="ch" forName="childText4" refType="w" fact="0.2346"/>
                  <dgm:constr type="h" for="ch" forName="childText4" refType="h" fact="0.5179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21"/>
                  <dgm:constr type="l" for="ch" forName="parentText2" refType="w" fact="0"/>
                  <dgm:constr type="t" for="ch" forName="parentText2" refType="h" fact="0.094"/>
                  <dgm:constr type="w" for="ch" forName="parentText2" refType="w" fact="0.7695"/>
                  <dgm:constr type="h" for="ch" forName="parentText2" refType="h" fact="0.2821"/>
                  <dgm:constr type="l" for="ch" forName="parentText3" refType="w" fact="0"/>
                  <dgm:constr type="t" for="ch" forName="parentText3" refType="h" fact="0.188"/>
                  <dgm:constr type="w" for="ch" forName="parentText3" refType="w" fact="0.539"/>
                  <dgm:constr type="h" for="ch" forName="parentText3" refType="h" fact="0.2821"/>
                  <dgm:constr type="l" for="ch" forName="parentText4" refType="w" fact="0"/>
                  <dgm:constr type="t" for="ch" forName="parentText4" refType="h" fact="0.282"/>
                  <dgm:constr type="w" for="ch" forName="parentText4" refType="w" fact="0.3085"/>
                  <dgm:constr type="h" for="ch" forName="parentText4" refType="h" fact="0.2821"/>
                </dgm:constrLst>
              </dgm:else>
            </dgm:choose>
          </dgm:else>
        </dgm:choose>
      </dgm:if>
      <dgm:else name="Name42">
        <dgm:choose name="Name43">
          <dgm:if name="Name44" axis="ch ch" ptType="node node" func="cnt" op="equ" val="0">
            <dgm:alg type="composite">
              <dgm:param type="ar" val="2.9463"/>
            </dgm:alg>
            <dgm:choose name="Name45">
              <dgm:if name="Name4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4285"/>
                  <dgm:constr type="l" for="ch" forName="parentText2" refType="w" fact="0.1848"/>
                  <dgm:constr type="t" for="ch" forName="parentText2" refType="h" fact="0.1429"/>
                  <dgm:constr type="w" for="ch" forName="parentText2" refType="w" fact="0.8152"/>
                  <dgm:constr type="h" for="ch" forName="parentText2" refType="h" fact="0.4285"/>
                  <dgm:constr type="l" for="ch" forName="parentText3" refType="w" fact="0.3696"/>
                  <dgm:constr type="t" for="ch" forName="parentText3" refType="h" fact="0.2858"/>
                  <dgm:constr type="w" for="ch" forName="parentText3" refType="w" fact="0.6304"/>
                  <dgm:constr type="h" for="ch" forName="parentText3" refType="h" fact="0.4285"/>
                  <dgm:constr type="l" for="ch" forName="parentText4" refType="w" fact="0.5545"/>
                  <dgm:constr type="t" for="ch" forName="parentText4" refType="h" fact="0.4286"/>
                  <dgm:constr type="w" for="ch" forName="parentText4" refType="w" fact="0.4455"/>
                  <dgm:constr type="h" for="ch" forName="parentText4" refType="h" fact="0.4285"/>
                  <dgm:constr type="l" for="ch" forName="parentText5" refType="w" fact="0.7393"/>
                  <dgm:constr type="t" for="ch" forName="parentText5" refType="h" fact="0.5715"/>
                  <dgm:constr type="w" for="ch" forName="parentText5" refType="w" fact="0.2607"/>
                  <dgm:constr type="h" for="ch" forName="parentText5" refType="h" fact="0.4285"/>
                </dgm:constrLst>
              </dgm:if>
              <dgm:else name="Name4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4285"/>
                  <dgm:constr type="l" for="ch" forName="parentText2" refType="w" fact="0"/>
                  <dgm:constr type="t" for="ch" forName="parentText2" refType="h" fact="0.1429"/>
                  <dgm:constr type="w" for="ch" forName="parentText2" refType="w" fact="0.8152"/>
                  <dgm:constr type="h" for="ch" forName="parentText2" refType="h" fact="0.4285"/>
                  <dgm:constr type="l" for="ch" forName="parentText3" refType="w" fact="0"/>
                  <dgm:constr type="t" for="ch" forName="parentText3" refType="h" fact="0.2858"/>
                  <dgm:constr type="w" for="ch" forName="parentText3" refType="w" fact="0.6304"/>
                  <dgm:constr type="h" for="ch" forName="parentText3" refType="h" fact="0.4285"/>
                  <dgm:constr type="l" for="ch" forName="parentText4" refType="w" fact="0"/>
                  <dgm:constr type="t" for="ch" forName="parentText4" refType="h" fact="0.4286"/>
                  <dgm:constr type="w" for="ch" forName="parentText4" refType="w" fact="0.4455"/>
                  <dgm:constr type="h" for="ch" forName="parentText4" refType="h" fact="0.4285"/>
                  <dgm:constr type="l" for="ch" forName="parentText5" refType="w" fact="0"/>
                  <dgm:constr type="t" for="ch" forName="parentText5" refType="h" fact="0.5715"/>
                  <dgm:constr type="w" for="ch" forName="parentText5" refType="w" fact="0.2607"/>
                  <dgm:constr type="h" for="ch" forName="parentText5" refType="h" fact="0.4285"/>
                </dgm:constrLst>
              </dgm:else>
            </dgm:choose>
          </dgm:if>
          <dgm:else name="Name48">
            <dgm:alg type="composite">
              <dgm:param type="ar" val="1.7837"/>
            </dgm:alg>
            <dgm:choose name="Name49">
              <dgm:if name="Name5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5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5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5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childText5" refType="primFontSz" refFor="des" refForName="parentText4" op="lte"/>
                  <dgm:constr type="primFontSz" for="des" forName="childText1" refType="primFontSz" refFor="des" refForName="parentText5" op="lte"/>
                  <dgm:constr type="primFontSz" for="des" forName="childText2" refType="primFontSz" refFor="des" refForName="parentText5" op="lte"/>
                  <dgm:constr type="primFontSz" for="des" forName="childText3" refType="primFontSz" refFor="des" refForName="parentText5" op="lte"/>
                  <dgm:constr type="primFontSz" for="des" forName="childText4" refType="primFontSz" refFor="des" refForName="parentText5" op="lte"/>
                  <dgm:constr type="primFontSz" for="des" forName="childText5" refType="primFontSz" refFor="des" refForName="parentText5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primFontSz" for="des" forName="childText5" refType="primFontSz" refFor="des" refForName="childText1" op="equ"/>
                  <dgm:constr type="l" for="ch" forName="childText1" refType="w" fact="0"/>
                  <dgm:constr type="t" for="ch" forName="childText1" refType="h" fact="0.1997"/>
                  <dgm:constr type="w" for="ch" forName="childText1" refType="w" fact="0.18482"/>
                  <dgm:constr type="h" for="ch" forName="childText1" refType="h" fact="0.4763"/>
                  <dgm:constr type="l" for="ch" forName="childText2" refType="w" fact="0.1848"/>
                  <dgm:constr type="t" for="ch" forName="childText2" refType="h" fact="0.2862"/>
                  <dgm:constr type="w" for="ch" forName="childText2" refType="w" fact="0.18482"/>
                  <dgm:constr type="h" for="ch" forName="childText2" refType="h" fact="0.4763"/>
                  <dgm:constr type="l" for="ch" forName="childText3" refType="w" fact="0.3696"/>
                  <dgm:constr type="t" for="ch" forName="childText3" refType="h" fact="0.3727"/>
                  <dgm:constr type="w" for="ch" forName="childText3" refType="w" fact="0.18482"/>
                  <dgm:constr type="h" for="ch" forName="childText3" refType="h" fact="0.4763"/>
                  <dgm:constr type="l" for="ch" forName="childText4" refType="w" fact="0.5545"/>
                  <dgm:constr type="t" for="ch" forName="childText4" refType="h" fact="0.4592"/>
                  <dgm:constr type="w" for="ch" forName="childText4" refType="w" fact="0.18482"/>
                  <dgm:constr type="h" for="ch" forName="childText4" refType="h" fact="0.4763"/>
                  <dgm:constr type="l" for="ch" forName="childText5" refType="w" fact="0.7393"/>
                  <dgm:constr type="t" for="ch" forName="childText5" refType="h" fact="0.5457"/>
                  <dgm:constr type="w" for="ch" forName="childText5" refType="w" fact="0.18482"/>
                  <dgm:constr type="h" for="ch" forName="childText5" refType="h" fact="0.476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594"/>
                  <dgm:constr type="l" for="ch" forName="parentText2" refType="w" fact="0.1848"/>
                  <dgm:constr type="t" for="ch" forName="parentText2" refType="h" fact="0.0865"/>
                  <dgm:constr type="w" for="ch" forName="parentText2" refType="w" fact="0.8152"/>
                  <dgm:constr type="h" for="ch" forName="parentText2" refType="h" fact="0.2594"/>
                  <dgm:constr type="l" for="ch" forName="parentText3" refType="w" fact="0.3696"/>
                  <dgm:constr type="t" for="ch" forName="parentText3" refType="h" fact="0.173"/>
                  <dgm:constr type="w" for="ch" forName="parentText3" refType="w" fact="0.6304"/>
                  <dgm:constr type="h" for="ch" forName="parentText3" refType="h" fact="0.2594"/>
                  <dgm:constr type="l" for="ch" forName="parentText4" refType="w" fact="0.5545"/>
                  <dgm:constr type="t" for="ch" forName="parentText4" refType="h" fact="0.2595"/>
                  <dgm:constr type="w" for="ch" forName="parentText4" refType="w" fact="0.4455"/>
                  <dgm:constr type="h" for="ch" forName="parentText4" refType="h" fact="0.2594"/>
                  <dgm:constr type="l" for="ch" forName="parentText5" refType="w" fact="0.7393"/>
                  <dgm:constr type="t" for="ch" forName="parentText5" refType="h" fact="0.346"/>
                  <dgm:constr type="w" for="ch" forName="parentText5" refType="w" fact="0.2607"/>
                  <dgm:constr type="h" for="ch" forName="parentText5" refType="h" fact="0.2594"/>
                </dgm:constrLst>
              </dgm:if>
              <dgm:else name="Name5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5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5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5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childText5" refType="primFontSz" refFor="des" refForName="parentText4" op="lte"/>
                  <dgm:constr type="primFontSz" for="des" forName="childText1" refType="primFontSz" refFor="des" refForName="parentText5" op="lte"/>
                  <dgm:constr type="primFontSz" for="des" forName="childText2" refType="primFontSz" refFor="des" refForName="parentText5" op="lte"/>
                  <dgm:constr type="primFontSz" for="des" forName="childText3" refType="primFontSz" refFor="des" refForName="parentText5" op="lte"/>
                  <dgm:constr type="primFontSz" for="des" forName="childText4" refType="primFontSz" refFor="des" refForName="parentText5" op="lte"/>
                  <dgm:constr type="primFontSz" for="des" forName="childText5" refType="primFontSz" refFor="des" refForName="parentText5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primFontSz" for="des" forName="childText5" refType="primFontSz" refFor="des" refForName="childText1" op="equ"/>
                  <dgm:constr type="l" for="ch" forName="childText1" refType="w" fact="0.81518"/>
                  <dgm:constr type="t" for="ch" forName="childText1" refType="h" fact="0.1997"/>
                  <dgm:constr type="w" for="ch" forName="childText1" refType="w" fact="0.18482"/>
                  <dgm:constr type="h" for="ch" forName="childText1" refType="h" fact="0.4763"/>
                  <dgm:constr type="l" for="ch" forName="childText2" refType="w" fact="0.63036"/>
                  <dgm:constr type="t" for="ch" forName="childText2" refType="h" fact="0.2862"/>
                  <dgm:constr type="w" for="ch" forName="childText2" refType="w" fact="0.18482"/>
                  <dgm:constr type="h" for="ch" forName="childText2" refType="h" fact="0.4763"/>
                  <dgm:constr type="l" for="ch" forName="childText3" refType="w" fact="0.44554"/>
                  <dgm:constr type="t" for="ch" forName="childText3" refType="h" fact="0.3727"/>
                  <dgm:constr type="w" for="ch" forName="childText3" refType="w" fact="0.18482"/>
                  <dgm:constr type="h" for="ch" forName="childText3" refType="h" fact="0.4763"/>
                  <dgm:constr type="l" for="ch" forName="childText4" refType="w" fact="0.26072"/>
                  <dgm:constr type="t" for="ch" forName="childText4" refType="h" fact="0.4592"/>
                  <dgm:constr type="w" for="ch" forName="childText4" refType="w" fact="0.18482"/>
                  <dgm:constr type="h" for="ch" forName="childText4" refType="h" fact="0.4763"/>
                  <dgm:constr type="l" for="ch" forName="childText5" refType="w" fact="0.0759"/>
                  <dgm:constr type="t" for="ch" forName="childText5" refType="h" fact="0.5457"/>
                  <dgm:constr type="w" for="ch" forName="childText5" refType="w" fact="0.18482"/>
                  <dgm:constr type="h" for="ch" forName="childText5" refType="h" fact="0.476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594"/>
                  <dgm:constr type="l" for="ch" forName="parentText2" refType="w" fact="0"/>
                  <dgm:constr type="t" for="ch" forName="parentText2" refType="h" fact="0.0865"/>
                  <dgm:constr type="w" for="ch" forName="parentText2" refType="w" fact="0.8152"/>
                  <dgm:constr type="h" for="ch" forName="parentText2" refType="h" fact="0.2594"/>
                  <dgm:constr type="l" for="ch" forName="parentText3" refType="w" fact="0"/>
                  <dgm:constr type="t" for="ch" forName="parentText3" refType="h" fact="0.173"/>
                  <dgm:constr type="w" for="ch" forName="parentText3" refType="w" fact="0.6304"/>
                  <dgm:constr type="h" for="ch" forName="parentText3" refType="h" fact="0.2594"/>
                  <dgm:constr type="l" for="ch" forName="parentText4" refType="w" fact="0"/>
                  <dgm:constr type="t" for="ch" forName="parentText4" refType="h" fact="0.2595"/>
                  <dgm:constr type="w" for="ch" forName="parentText4" refType="w" fact="0.4455"/>
                  <dgm:constr type="h" for="ch" forName="parentText4" refType="h" fact="0.2594"/>
                  <dgm:constr type="l" for="ch" forName="parentText5" refType="w" fact="0"/>
                  <dgm:constr type="t" for="ch" forName="parentText5" refType="h" fact="0.346"/>
                  <dgm:constr type="w" for="ch" forName="parentText5" refType="w" fact="0.2607"/>
                  <dgm:constr type="h" for="ch" forName="parentText5" refType="h" fact="0.2594"/>
                </dgm:constrLst>
              </dgm:else>
            </dgm:choose>
          </dgm:else>
        </dgm:choose>
      </dgm:else>
    </dgm:choose>
    <dgm:forEach name="Name52" axis="ch" ptType="node" cnt="1">
      <dgm:layoutNode name="parentText1" styleLbl="node1">
        <dgm:varLst>
          <dgm:chMax/>
          <dgm:chPref val="3"/>
          <dgm:bulletEnabled val="1"/>
        </dgm:varLst>
        <dgm:choose name="Name53">
          <dgm:if name="Name54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55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56">
        <dgm:if name="Name57" axis="ch" ptType="node" func="cnt" op="gte" val="1">
          <dgm:layoutNode name="childText1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8"/>
      </dgm:choose>
    </dgm:forEach>
    <dgm:forEach name="Name59" axis="ch" ptType="node" st="2" cnt="1">
      <dgm:layoutNode name="parentText2" styleLbl="node1">
        <dgm:varLst>
          <dgm:chMax/>
          <dgm:chPref val="3"/>
          <dgm:bulletEnabled val="1"/>
        </dgm:varLst>
        <dgm:choose name="Name60">
          <dgm:if name="Name61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62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63">
        <dgm:if name="Name64" axis="ch" ptType="node" func="cnt" op="gte" val="1">
          <dgm:layoutNode name="childText2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5"/>
      </dgm:choose>
    </dgm:forEach>
    <dgm:forEach name="Name66" axis="ch" ptType="node" st="3" cnt="1">
      <dgm:layoutNode name="parentText3" styleLbl="node1">
        <dgm:varLst>
          <dgm:chMax/>
          <dgm:chPref val="3"/>
          <dgm:bulletEnabled val="1"/>
        </dgm:varLst>
        <dgm:choose name="Name67">
          <dgm:if name="Name68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69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70">
        <dgm:if name="Name71" axis="ch" ptType="node" func="cnt" op="gte" val="1">
          <dgm:layoutNode name="childText3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</dgm:forEach>
    <dgm:forEach name="Name73" axis="ch" ptType="node" st="4" cnt="1">
      <dgm:layoutNode name="parentText4" styleLbl="node1">
        <dgm:varLst>
          <dgm:chMax/>
          <dgm:chPref val="3"/>
          <dgm:bulletEnabled val="1"/>
        </dgm:varLst>
        <dgm:choose name="Name74">
          <dgm:if name="Name75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76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77">
        <dgm:if name="Name78" axis="ch" ptType="node" func="cnt" op="gte" val="1">
          <dgm:layoutNode name="childText4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9"/>
      </dgm:choose>
    </dgm:forEach>
    <dgm:forEach name="Name80" axis="ch" ptType="node" st="5" cnt="1">
      <dgm:layoutNode name="parentText5" styleLbl="node1">
        <dgm:varLst>
          <dgm:chMax/>
          <dgm:chPref val="3"/>
          <dgm:bulletEnabled val="1"/>
        </dgm:varLst>
        <dgm:choose name="Name81">
          <dgm:if name="Name82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83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84">
        <dgm:if name="Name85" axis="ch" ptType="node" func="cnt" op="gte" val="1">
          <dgm:layoutNode name="childText5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6"/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45659" cy="498056"/>
          </a:xfrm>
          <a:prstGeom prst="rect">
            <a:avLst/>
          </a:prstGeom>
        </p:spPr>
        <p:txBody>
          <a:bodyPr vert="horz" lIns="91424" tIns="45712" rIns="91424" bIns="45712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0445" y="0"/>
            <a:ext cx="2945659" cy="498056"/>
          </a:xfrm>
          <a:prstGeom prst="rect">
            <a:avLst/>
          </a:prstGeom>
        </p:spPr>
        <p:txBody>
          <a:bodyPr vert="horz" lIns="91424" tIns="45712" rIns="91424" bIns="45712" rtlCol="0"/>
          <a:lstStyle>
            <a:lvl1pPr algn="r">
              <a:defRPr sz="1200"/>
            </a:lvl1pPr>
          </a:lstStyle>
          <a:p>
            <a:fld id="{D6504C12-13F9-41A8-9B94-6B6E171C5E8D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4" tIns="45712" rIns="91424" bIns="45712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24" tIns="45712" rIns="91424" bIns="45712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2" y="9428586"/>
            <a:ext cx="2945659" cy="498055"/>
          </a:xfrm>
          <a:prstGeom prst="rect">
            <a:avLst/>
          </a:prstGeom>
        </p:spPr>
        <p:txBody>
          <a:bodyPr vert="horz" lIns="91424" tIns="45712" rIns="91424" bIns="45712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0445" y="9428586"/>
            <a:ext cx="2945659" cy="498055"/>
          </a:xfrm>
          <a:prstGeom prst="rect">
            <a:avLst/>
          </a:prstGeom>
        </p:spPr>
        <p:txBody>
          <a:bodyPr vert="horz" lIns="91424" tIns="45712" rIns="91424" bIns="45712" rtlCol="0" anchor="b"/>
          <a:lstStyle>
            <a:lvl1pPr algn="r">
              <a:defRPr sz="1200"/>
            </a:lvl1pPr>
          </a:lstStyle>
          <a:p>
            <a:fld id="{73BE0643-1AD9-49DB-949D-0345DA197C1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4378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BE0643-1AD9-49DB-949D-0345DA197C11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4152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DF7F4-C93A-48DF-A049-938426295EB9}" type="datetime1">
              <a:rPr lang="fr-FR" smtClean="0"/>
              <a:t>19/01/2026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614F6652-746F-40DD-AF10-07B1E2BA8C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9416721"/>
      </p:ext>
    </p:extLst>
  </p:cSld>
  <p:clrMapOvr>
    <a:masterClrMapping/>
  </p:clrMapOvr>
  <p:transition spd="med">
    <p:pull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BB0F4-9992-40D6-ACCE-F68F490F6424}" type="datetime1">
              <a:rPr lang="fr-FR" smtClean="0"/>
              <a:t>19/01/2026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F6652-746F-40DD-AF10-07B1E2BA8C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5574683"/>
      </p:ext>
    </p:extLst>
  </p:cSld>
  <p:clrMapOvr>
    <a:masterClrMapping/>
  </p:clrMapOvr>
  <p:transition spd="med">
    <p:pull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64080-7F4B-4A89-8753-EEDA68902D35}" type="datetime1">
              <a:rPr lang="fr-FR" smtClean="0"/>
              <a:t>19/01/2026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14F6652-746F-40DD-AF10-07B1E2BA8C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3881063"/>
      </p:ext>
    </p:extLst>
  </p:cSld>
  <p:clrMapOvr>
    <a:masterClrMapping/>
  </p:clrMapOvr>
  <p:transition spd="med">
    <p:pull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4EAAF-9C97-44F5-8AD8-DAE1D5C84AFC}" type="datetime1">
              <a:rPr lang="fr-FR" smtClean="0"/>
              <a:t>19/01/2026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14F6652-746F-40DD-AF10-07B1E2BA8C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837790"/>
      </p:ext>
    </p:extLst>
  </p:cSld>
  <p:clrMapOvr>
    <a:masterClrMapping/>
  </p:clrMapOvr>
  <p:transition spd="med">
    <p:pull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F45E4-D924-4DE4-A75C-2F250BC1EA78}" type="datetime1">
              <a:rPr lang="fr-FR" smtClean="0"/>
              <a:t>19/01/2026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14F6652-746F-40DD-AF10-07B1E2BA8C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5750005"/>
      </p:ext>
    </p:extLst>
  </p:cSld>
  <p:clrMapOvr>
    <a:masterClrMapping/>
  </p:clrMapOvr>
  <p:transition spd="med">
    <p:pull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73097-749A-4727-B233-D59FE7C7A5B7}" type="datetime1">
              <a:rPr lang="fr-FR" smtClean="0"/>
              <a:t>19/01/2026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F6652-746F-40DD-AF10-07B1E2BA8C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363611"/>
      </p:ext>
    </p:extLst>
  </p:cSld>
  <p:clrMapOvr>
    <a:masterClrMapping/>
  </p:clrMapOvr>
  <p:transition spd="med">
    <p:pull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978BF-3785-4944-89C7-7D36D0F144B1}" type="datetime1">
              <a:rPr lang="fr-FR" smtClean="0"/>
              <a:t>19/01/2026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F6652-746F-40DD-AF10-07B1E2BA8C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6600495"/>
      </p:ext>
    </p:extLst>
  </p:cSld>
  <p:clrMapOvr>
    <a:masterClrMapping/>
  </p:clrMapOvr>
  <p:transition spd="med">
    <p:pull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28741-0BA4-413B-8E0E-A03038D37E32}" type="datetime1">
              <a:rPr lang="fr-FR" smtClean="0"/>
              <a:t>19/01/2026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F6652-746F-40DD-AF10-07B1E2BA8C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2067181"/>
      </p:ext>
    </p:extLst>
  </p:cSld>
  <p:clrMapOvr>
    <a:masterClrMapping/>
  </p:clrMapOvr>
  <p:transition spd="med">
    <p:pull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210DD-0340-479D-9AE6-6D9A92551E9B}" type="datetime1">
              <a:rPr lang="fr-FR" smtClean="0"/>
              <a:t>19/01/2026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14F6652-746F-40DD-AF10-07B1E2BA8C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4005445"/>
      </p:ext>
    </p:extLst>
  </p:cSld>
  <p:clrMapOvr>
    <a:masterClrMapping/>
  </p:clrMapOvr>
  <p:transition spd="med">
    <p:pull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79C31-E4A9-4E58-929C-458A732367A7}" type="datetime1">
              <a:rPr lang="fr-FR" smtClean="0"/>
              <a:t>19/01/2026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14F6652-746F-40DD-AF10-07B1E2BA8C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3155054"/>
      </p:ext>
    </p:extLst>
  </p:cSld>
  <p:clrMapOvr>
    <a:masterClrMapping/>
  </p:clrMapOvr>
  <p:transition spd="med">
    <p:pull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71019-3BA4-41F9-A67F-B7644B42673E}" type="datetime1">
              <a:rPr lang="fr-FR" smtClean="0"/>
              <a:t>19/01/2026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14F6652-746F-40DD-AF10-07B1E2BA8C08}" type="slidenum">
              <a:rPr lang="fr-FR" smtClean="0"/>
              <a:t>‹N°›</a:t>
            </a:fld>
            <a:endParaRPr lang="fr-FR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34219536"/>
      </p:ext>
    </p:extLst>
  </p:cSld>
  <p:clrMapOvr>
    <a:masterClrMapping/>
  </p:clrMapOvr>
  <p:transition spd="med">
    <p:pull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8D0FF-FB95-410A-B8DF-4A8ACAF6DF07}" type="datetime1">
              <a:rPr lang="fr-FR" smtClean="0"/>
              <a:t>19/01/2026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14F6652-746F-40DD-AF10-07B1E2BA8C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6744082"/>
      </p:ext>
    </p:extLst>
  </p:cSld>
  <p:clrMapOvr>
    <a:masterClrMapping/>
  </p:clrMapOvr>
  <p:transition spd="med">
    <p:pull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FC077-FDB4-43F3-86E7-1FE889160917}" type="datetime1">
              <a:rPr lang="fr-FR" smtClean="0"/>
              <a:t>19/01/2026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14F6652-746F-40DD-AF10-07B1E2BA8C08}" type="slidenum">
              <a:rPr lang="fr-FR" smtClean="0"/>
              <a:t>‹N°›</a:t>
            </a:fld>
            <a:endParaRPr lang="fr-FR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10854535"/>
      </p:ext>
    </p:extLst>
  </p:cSld>
  <p:clrMapOvr>
    <a:masterClrMapping/>
  </p:clrMapOvr>
  <p:transition spd="med">
    <p:pull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3CA81-139A-40EF-8587-78CBE745A2A2}" type="datetime1">
              <a:rPr lang="fr-FR" smtClean="0"/>
              <a:t>19/01/2026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14F6652-746F-40DD-AF10-07B1E2BA8C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6224121"/>
      </p:ext>
    </p:extLst>
  </p:cSld>
  <p:clrMapOvr>
    <a:masterClrMapping/>
  </p:clrMapOvr>
  <p:transition spd="med">
    <p:pull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4F034-8C88-4545-81B2-4DA44289EEAC}" type="datetime1">
              <a:rPr lang="fr-FR" smtClean="0"/>
              <a:t>19/01/2026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F6652-746F-40DD-AF10-07B1E2BA8C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2769076"/>
      </p:ext>
    </p:extLst>
  </p:cSld>
  <p:clrMapOvr>
    <a:masterClrMapping/>
  </p:clrMapOvr>
  <p:transition spd="med">
    <p:pull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7FFA2-A907-4D3C-87E4-73E3614CF4CC}" type="datetime1">
              <a:rPr lang="fr-FR" smtClean="0"/>
              <a:t>19/01/2026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F6652-746F-40DD-AF10-07B1E2BA8C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0024083"/>
      </p:ext>
    </p:extLst>
  </p:cSld>
  <p:clrMapOvr>
    <a:masterClrMapping/>
  </p:clrMapOvr>
  <p:transition spd="med">
    <p:pull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D3473D-FBEA-482E-BA95-FF4978B22130}" type="datetime1">
              <a:rPr lang="fr-FR" smtClean="0"/>
              <a:t>19/01/2026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614F6652-746F-40DD-AF10-07B1E2BA8C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9984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  <p:sldLayoutId id="2147483791" r:id="rId12"/>
    <p:sldLayoutId id="2147483792" r:id="rId13"/>
    <p:sldLayoutId id="2147483793" r:id="rId14"/>
    <p:sldLayoutId id="2147483794" r:id="rId15"/>
    <p:sldLayoutId id="2147483795" r:id="rId16"/>
  </p:sldLayoutIdLst>
  <p:transition spd="med">
    <p:pull dir="u"/>
  </p:transition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6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Layout" Target="../diagrams/layout3.xml"/><Relationship Id="rId7" Type="http://schemas.openxmlformats.org/officeDocument/2006/relationships/image" Target="../media/image6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6.png"/><Relationship Id="rId7" Type="http://schemas.openxmlformats.org/officeDocument/2006/relationships/diagramColors" Target="../diagrams/colors5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10" Type="http://schemas.openxmlformats.org/officeDocument/2006/relationships/image" Target="../media/image11.png"/><Relationship Id="rId4" Type="http://schemas.openxmlformats.org/officeDocument/2006/relationships/diagramLayout" Target="../diagrams/layout6.xml"/><Relationship Id="rId9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g"/><Relationship Id="rId13" Type="http://schemas.microsoft.com/office/2007/relationships/diagramDrawing" Target="../diagrams/drawing9.xml"/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12" Type="http://schemas.openxmlformats.org/officeDocument/2006/relationships/diagramColors" Target="../diagrams/colors9.xml"/><Relationship Id="rId2" Type="http://schemas.openxmlformats.org/officeDocument/2006/relationships/image" Target="../media/image6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11" Type="http://schemas.openxmlformats.org/officeDocument/2006/relationships/diagramQuickStyle" Target="../diagrams/quickStyle9.xml"/><Relationship Id="rId5" Type="http://schemas.openxmlformats.org/officeDocument/2006/relationships/diagramQuickStyle" Target="../diagrams/quickStyle8.xml"/><Relationship Id="rId15" Type="http://schemas.openxmlformats.org/officeDocument/2006/relationships/image" Target="../media/image14.png"/><Relationship Id="rId10" Type="http://schemas.openxmlformats.org/officeDocument/2006/relationships/diagramLayout" Target="../diagrams/layout9.xml"/><Relationship Id="rId4" Type="http://schemas.openxmlformats.org/officeDocument/2006/relationships/diagramLayout" Target="../diagrams/layout8.xml"/><Relationship Id="rId9" Type="http://schemas.openxmlformats.org/officeDocument/2006/relationships/diagramData" Target="../diagrams/data9.xml"/><Relationship Id="rId1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0.xml"/><Relationship Id="rId13" Type="http://schemas.openxmlformats.org/officeDocument/2006/relationships/diagramColors" Target="../diagrams/colors11.xml"/><Relationship Id="rId3" Type="http://schemas.openxmlformats.org/officeDocument/2006/relationships/image" Target="../media/image7.png"/><Relationship Id="rId7" Type="http://schemas.openxmlformats.org/officeDocument/2006/relationships/diagramQuickStyle" Target="../diagrams/quickStyle10.xml"/><Relationship Id="rId12" Type="http://schemas.openxmlformats.org/officeDocument/2006/relationships/diagramQuickStyle" Target="../diagrams/quickStyle11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0.xml"/><Relationship Id="rId11" Type="http://schemas.openxmlformats.org/officeDocument/2006/relationships/diagramLayout" Target="../diagrams/layout11.xml"/><Relationship Id="rId5" Type="http://schemas.openxmlformats.org/officeDocument/2006/relationships/diagramData" Target="../diagrams/data10.xml"/><Relationship Id="rId10" Type="http://schemas.openxmlformats.org/officeDocument/2006/relationships/diagramData" Target="../diagrams/data11.xml"/><Relationship Id="rId4" Type="http://schemas.openxmlformats.org/officeDocument/2006/relationships/image" Target="../media/image6.png"/><Relationship Id="rId9" Type="http://schemas.microsoft.com/office/2007/relationships/diagramDrawing" Target="../diagrams/drawing10.xml"/><Relationship Id="rId14" Type="http://schemas.microsoft.com/office/2007/relationships/diagramDrawing" Target="../diagrams/drawing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diagramQuickStyle" Target="../diagrams/quickStyle14.xml"/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12" Type="http://schemas.openxmlformats.org/officeDocument/2006/relationships/diagramLayout" Target="../diagrams/layout14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3.xml"/><Relationship Id="rId11" Type="http://schemas.openxmlformats.org/officeDocument/2006/relationships/diagramData" Target="../diagrams/data14.xml"/><Relationship Id="rId5" Type="http://schemas.openxmlformats.org/officeDocument/2006/relationships/diagramQuickStyle" Target="../diagrams/quickStyle13.xml"/><Relationship Id="rId15" Type="http://schemas.microsoft.com/office/2007/relationships/diagramDrawing" Target="../diagrams/drawing14.xml"/><Relationship Id="rId10" Type="http://schemas.openxmlformats.org/officeDocument/2006/relationships/image" Target="../media/image22.png"/><Relationship Id="rId4" Type="http://schemas.openxmlformats.org/officeDocument/2006/relationships/diagramLayout" Target="../diagrams/layout13.xml"/><Relationship Id="rId9" Type="http://schemas.openxmlformats.org/officeDocument/2006/relationships/image" Target="../media/image21.png"/><Relationship Id="rId14" Type="http://schemas.openxmlformats.org/officeDocument/2006/relationships/diagramColors" Target="../diagrams/colors14.xml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5.xml"/><Relationship Id="rId3" Type="http://schemas.openxmlformats.org/officeDocument/2006/relationships/image" Target="../media/image23.png"/><Relationship Id="rId7" Type="http://schemas.openxmlformats.org/officeDocument/2006/relationships/diagramColors" Target="../diagrams/colors15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5.xml"/><Relationship Id="rId5" Type="http://schemas.openxmlformats.org/officeDocument/2006/relationships/diagramLayout" Target="../diagrams/layout15.xml"/><Relationship Id="rId4" Type="http://schemas.openxmlformats.org/officeDocument/2006/relationships/diagramData" Target="../diagrams/data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6.xml"/><Relationship Id="rId7" Type="http://schemas.microsoft.com/office/2007/relationships/diagramDrawing" Target="../diagrams/drawing16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6.xml"/><Relationship Id="rId5" Type="http://schemas.openxmlformats.org/officeDocument/2006/relationships/diagramQuickStyle" Target="../diagrams/quickStyle16.xml"/><Relationship Id="rId4" Type="http://schemas.openxmlformats.org/officeDocument/2006/relationships/diagramLayout" Target="../diagrams/layout16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8.xml"/><Relationship Id="rId3" Type="http://schemas.openxmlformats.org/officeDocument/2006/relationships/diagramData" Target="../diagrams/data17.xml"/><Relationship Id="rId7" Type="http://schemas.microsoft.com/office/2007/relationships/diagramDrawing" Target="../diagrams/drawing17.xml"/><Relationship Id="rId12" Type="http://schemas.microsoft.com/office/2007/relationships/diagramDrawing" Target="../diagrams/drawing18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7.xml"/><Relationship Id="rId11" Type="http://schemas.openxmlformats.org/officeDocument/2006/relationships/diagramColors" Target="../diagrams/colors18.xml"/><Relationship Id="rId5" Type="http://schemas.openxmlformats.org/officeDocument/2006/relationships/diagramQuickStyle" Target="../diagrams/quickStyle17.xml"/><Relationship Id="rId10" Type="http://schemas.openxmlformats.org/officeDocument/2006/relationships/diagramQuickStyle" Target="../diagrams/quickStyle18.xml"/><Relationship Id="rId4" Type="http://schemas.openxmlformats.org/officeDocument/2006/relationships/diagramLayout" Target="../diagrams/layout17.xml"/><Relationship Id="rId9" Type="http://schemas.openxmlformats.org/officeDocument/2006/relationships/diagramLayout" Target="../diagrams/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9.xml"/><Relationship Id="rId7" Type="http://schemas.microsoft.com/office/2007/relationships/diagramDrawing" Target="../diagrams/drawing19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9.xml"/><Relationship Id="rId5" Type="http://schemas.openxmlformats.org/officeDocument/2006/relationships/diagramQuickStyle" Target="../diagrams/quickStyle19.xml"/><Relationship Id="rId4" Type="http://schemas.openxmlformats.org/officeDocument/2006/relationships/diagramLayout" Target="../diagrams/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F6652-746F-40DD-AF10-07B1E2BA8C08}" type="slidenum">
              <a:rPr lang="fr-FR" smtClean="0"/>
              <a:t>1</a:t>
            </a:fld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3131038" y="3760480"/>
            <a:ext cx="77247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cap="all" dirty="0" smtClean="0">
                <a:solidFill>
                  <a:srgbClr val="4472C4"/>
                </a:solidFill>
                <a:latin typeface="Calibri Light"/>
                <a:ea typeface="Calibri Light"/>
                <a:cs typeface="Calibri Light"/>
              </a:rPr>
              <a:t>Tuteur </a:t>
            </a:r>
            <a:r>
              <a:rPr lang="fr-FR" sz="2000" b="1" cap="all" dirty="0">
                <a:solidFill>
                  <a:srgbClr val="4472C4"/>
                </a:solidFill>
                <a:latin typeface="Calibri Light"/>
                <a:ea typeface="Calibri Light"/>
                <a:cs typeface="Calibri Light"/>
              </a:rPr>
              <a:t>: </a:t>
            </a:r>
            <a:r>
              <a:rPr lang="fr-FR" sz="2000" b="1" cap="all" dirty="0" smtClean="0">
                <a:solidFill>
                  <a:srgbClr val="4472C4"/>
                </a:solidFill>
                <a:latin typeface="Calibri Light"/>
                <a:ea typeface="Calibri Light"/>
                <a:cs typeface="Calibri Light"/>
              </a:rPr>
              <a:t>ROMAIN </a:t>
            </a:r>
            <a:r>
              <a:rPr lang="fr-FR" sz="2000" b="1" cap="all" dirty="0">
                <a:solidFill>
                  <a:srgbClr val="4472C4"/>
                </a:solidFill>
                <a:latin typeface="Calibri Light"/>
                <a:ea typeface="Calibri Light"/>
                <a:cs typeface="Calibri Light"/>
              </a:rPr>
              <a:t>RAMBAUD (Professeur de droit public, </a:t>
            </a:r>
            <a:r>
              <a:rPr lang="fr-FR" sz="2000" b="1" cap="all" dirty="0" smtClean="0">
                <a:solidFill>
                  <a:srgbClr val="4472C4"/>
                </a:solidFill>
                <a:latin typeface="Calibri Light"/>
                <a:ea typeface="Calibri Light"/>
                <a:cs typeface="Calibri Light"/>
              </a:rPr>
              <a:t>CRJ)</a:t>
            </a:r>
          </a:p>
          <a:p>
            <a:pPr algn="ctr"/>
            <a:r>
              <a:rPr lang="fr-FR" sz="2000" b="1" cap="all" dirty="0" smtClean="0">
                <a:solidFill>
                  <a:srgbClr val="4472C4"/>
                </a:solidFill>
                <a:latin typeface="Calibri Light"/>
                <a:ea typeface="Calibri Light"/>
                <a:cs typeface="Calibri Light"/>
              </a:rPr>
              <a:t>Référente : CAROLINE BLIGNY</a:t>
            </a:r>
            <a:endParaRPr lang="fr-FR" sz="2000" b="1" cap="all" dirty="0">
              <a:solidFill>
                <a:srgbClr val="4472C4"/>
              </a:solidFill>
              <a:latin typeface="Calibri Light"/>
              <a:ea typeface="Calibri Light"/>
              <a:cs typeface="Calibri Light"/>
            </a:endParaRPr>
          </a:p>
          <a:p>
            <a:pPr algn="ctr"/>
            <a:r>
              <a:rPr lang="fr-FR" sz="2000" b="1" cap="all" dirty="0" smtClean="0">
                <a:solidFill>
                  <a:srgbClr val="4472C4"/>
                </a:solidFill>
                <a:latin typeface="Calibri Light"/>
                <a:ea typeface="Calibri Light"/>
                <a:cs typeface="Calibri Light"/>
              </a:rPr>
              <a:t>DJENNAD MAHDI, RABEHI Milhane</a:t>
            </a:r>
          </a:p>
          <a:p>
            <a:pPr algn="ctr"/>
            <a:endParaRPr lang="fr-FR" sz="2000" b="1" cap="all" dirty="0">
              <a:solidFill>
                <a:srgbClr val="4472C4"/>
              </a:solidFill>
              <a:latin typeface="Calibri Light"/>
              <a:ea typeface="Calibri Light"/>
              <a:cs typeface="Calibri Light"/>
            </a:endParaRPr>
          </a:p>
        </p:txBody>
      </p:sp>
      <p:pic>
        <p:nvPicPr>
          <p:cNvPr id="1026" name="Picture 2" descr="Fichier:Logo Université Grenoble Alpes 2020.svg — Wikipédi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927" y="300041"/>
            <a:ext cx="4714149" cy="2892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3702780" y="5110969"/>
            <a:ext cx="65812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b="1" cap="all" dirty="0">
                <a:solidFill>
                  <a:srgbClr val="4472C4"/>
                </a:solidFill>
                <a:latin typeface="Calibri Light"/>
                <a:ea typeface="Calibri Light"/>
                <a:cs typeface="Calibri Light"/>
              </a:rPr>
              <a:t>Cadre : Projet ter – Master MIASHS </a:t>
            </a:r>
            <a:r>
              <a:rPr lang="fr-FR" sz="2400" b="1" cap="all" dirty="0" smtClean="0">
                <a:solidFill>
                  <a:srgbClr val="4472C4"/>
                </a:solidFill>
                <a:latin typeface="Calibri Light"/>
                <a:ea typeface="Calibri Light"/>
                <a:cs typeface="Calibri Light"/>
              </a:rPr>
              <a:t>– 2025-2026</a:t>
            </a:r>
            <a:endParaRPr lang="fr-FR" sz="2400" b="1" cap="all" dirty="0">
              <a:solidFill>
                <a:srgbClr val="4472C4"/>
              </a:solidFill>
              <a:latin typeface="Calibri Light"/>
              <a:ea typeface="Calibri Light"/>
              <a:cs typeface="Calibri Light"/>
            </a:endParaRPr>
          </a:p>
        </p:txBody>
      </p:sp>
      <p:pic>
        <p:nvPicPr>
          <p:cNvPr id="1028" name="Picture 4" descr="Publication des premiers résultats de l'appel à projets générique 2018 | ANR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2782" y="771460"/>
            <a:ext cx="2869218" cy="869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4510" y="1388796"/>
            <a:ext cx="1986064" cy="917612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6076" y="328193"/>
            <a:ext cx="1828434" cy="1441756"/>
          </a:xfrm>
          <a:prstGeom prst="rect">
            <a:avLst/>
          </a:prstGeom>
        </p:spPr>
      </p:pic>
      <p:sp>
        <p:nvSpPr>
          <p:cNvPr id="15" name="ZoneTexte 14"/>
          <p:cNvSpPr txBox="1"/>
          <p:nvPr/>
        </p:nvSpPr>
        <p:spPr>
          <a:xfrm>
            <a:off x="0" y="6461905"/>
            <a:ext cx="3912124" cy="400110"/>
          </a:xfrm>
          <a:prstGeom prst="rect">
            <a:avLst/>
          </a:prstGeom>
          <a:solidFill>
            <a:srgbClr val="1D436D"/>
          </a:solidFill>
        </p:spPr>
        <p:txBody>
          <a:bodyPr wrap="square" rtlCol="0">
            <a:spAutoFit/>
          </a:bodyPr>
          <a:lstStyle/>
          <a:p>
            <a:r>
              <a:rPr lang="fr-FR" sz="2000" b="1" cap="all" dirty="0" smtClean="0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DJENNAD MAHDI, Rabehi </a:t>
            </a:r>
            <a:r>
              <a:rPr lang="fr-FR" sz="2000" b="1" cap="all" dirty="0" err="1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mILHANE</a:t>
            </a:r>
            <a:endParaRPr lang="fr-FR" dirty="0">
              <a:solidFill>
                <a:schemeClr val="bg1"/>
              </a:solidFill>
            </a:endParaRPr>
          </a:p>
        </p:txBody>
      </p:sp>
      <p:pic>
        <p:nvPicPr>
          <p:cNvPr id="3" name="Picture 2" descr="Laboratoire Jean Kuntzmann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3581" y="94094"/>
            <a:ext cx="1593657" cy="933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0837608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581200" y="1077147"/>
            <a:ext cx="9931743" cy="2258973"/>
          </a:xfrm>
        </p:spPr>
        <p:txBody>
          <a:bodyPr>
            <a:noAutofit/>
          </a:bodyPr>
          <a:lstStyle/>
          <a:p>
            <a:pPr algn="ctr"/>
            <a:r>
              <a:rPr lang="fr-FR" sz="4000" dirty="0" smtClean="0"/>
              <a:t>Justice Algorithmique des Elections (JADE)</a:t>
            </a:r>
            <a:br>
              <a:rPr lang="fr-FR" sz="4000" dirty="0" smtClean="0"/>
            </a:br>
            <a:r>
              <a:rPr lang="fr-FR" sz="2400" dirty="0"/>
              <a:t>Analyse et traitement automatique du contentieux électoral par l'Intelligence Artificielle</a:t>
            </a:r>
          </a:p>
        </p:txBody>
      </p:sp>
      <p:cxnSp>
        <p:nvCxnSpPr>
          <p:cNvPr id="4" name="Connecteur droit avec flèche 3">
            <a:extLst>
              <a:ext uri="{FF2B5EF4-FFF2-40B4-BE49-F238E27FC236}">
                <a16:creationId xmlns:a16="http://schemas.microsoft.com/office/drawing/2014/main" id="{ECB61977-C89F-C6EE-008C-AF3E7FCA7FB8}"/>
              </a:ext>
            </a:extLst>
          </p:cNvPr>
          <p:cNvCxnSpPr/>
          <p:nvPr/>
        </p:nvCxnSpPr>
        <p:spPr>
          <a:xfrm>
            <a:off x="193331" y="3514901"/>
            <a:ext cx="11998669" cy="15676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space réservé du numéro de diapositive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F6652-746F-40DD-AF10-07B1E2BA8C08}" type="slidenum">
              <a:rPr lang="fr-FR" smtClean="0"/>
              <a:t>2</a:t>
            </a:fld>
            <a:endParaRPr lang="fr-FR" dirty="0"/>
          </a:p>
        </p:txBody>
      </p:sp>
      <p:sp>
        <p:nvSpPr>
          <p:cNvPr id="12" name="ZoneTexte 11"/>
          <p:cNvSpPr txBox="1"/>
          <p:nvPr/>
        </p:nvSpPr>
        <p:spPr>
          <a:xfrm>
            <a:off x="0" y="6461905"/>
            <a:ext cx="3912124" cy="400110"/>
          </a:xfrm>
          <a:prstGeom prst="rect">
            <a:avLst/>
          </a:prstGeom>
          <a:solidFill>
            <a:srgbClr val="1D436D"/>
          </a:solidFill>
        </p:spPr>
        <p:txBody>
          <a:bodyPr wrap="square" rtlCol="0">
            <a:spAutoFit/>
          </a:bodyPr>
          <a:lstStyle/>
          <a:p>
            <a:r>
              <a:rPr lang="fr-FR" sz="2000" b="1" cap="all" dirty="0" smtClean="0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DJENNAD MAHDI, Rabehi </a:t>
            </a:r>
            <a:r>
              <a:rPr lang="fr-FR" sz="2000" b="1" cap="all" dirty="0" err="1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mILHANE</a:t>
            </a:r>
            <a:endParaRPr lang="fr-FR" dirty="0">
              <a:solidFill>
                <a:schemeClr val="bg1"/>
              </a:solidFill>
            </a:endParaRPr>
          </a:p>
        </p:txBody>
      </p:sp>
      <p:pic>
        <p:nvPicPr>
          <p:cNvPr id="10" name="Picture 2" descr="Fichier:Logo Université Grenoble Alpes 2020.svg — Wikipédi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293" y="4031728"/>
            <a:ext cx="3960060" cy="2430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8114191"/>
      </p:ext>
    </p:extLst>
  </p:cSld>
  <p:clrMapOvr>
    <a:masterClrMapping/>
  </p:clrMapOvr>
  <p:transition spd="med">
    <p:pull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me 5">
            <a:extLst>
              <a:ext uri="{FF2B5EF4-FFF2-40B4-BE49-F238E27FC236}">
                <a16:creationId xmlns:a16="http://schemas.microsoft.com/office/drawing/2014/main" id="{E9F1C0BB-D5A3-4869-BD7E-93C8F1FB078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75047909"/>
              </p:ext>
            </p:extLst>
          </p:nvPr>
        </p:nvGraphicFramePr>
        <p:xfrm>
          <a:off x="1841145" y="970344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F6652-746F-40DD-AF10-07B1E2BA8C08}" type="slidenum">
              <a:rPr lang="fr-FR" smtClean="0"/>
              <a:t>3</a:t>
            </a:fld>
            <a:endParaRPr lang="fr-FR"/>
          </a:p>
        </p:txBody>
      </p:sp>
      <p:pic>
        <p:nvPicPr>
          <p:cNvPr id="8" name="Picture 2" descr="Fichier:Logo Université Grenoble Alpes 2020.svg — Wikipédia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7487" y="43064"/>
            <a:ext cx="1328477" cy="815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ZoneTexte 9"/>
          <p:cNvSpPr txBox="1"/>
          <p:nvPr/>
        </p:nvSpPr>
        <p:spPr>
          <a:xfrm>
            <a:off x="0" y="6461905"/>
            <a:ext cx="3912124" cy="400110"/>
          </a:xfrm>
          <a:prstGeom prst="rect">
            <a:avLst/>
          </a:prstGeom>
          <a:solidFill>
            <a:srgbClr val="1D436D"/>
          </a:solidFill>
        </p:spPr>
        <p:txBody>
          <a:bodyPr wrap="square" rtlCol="0">
            <a:spAutoFit/>
          </a:bodyPr>
          <a:lstStyle/>
          <a:p>
            <a:r>
              <a:rPr lang="fr-FR" sz="2000" b="1" cap="all" dirty="0" smtClean="0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DJENNAD MAHDI, Rabehi </a:t>
            </a:r>
            <a:r>
              <a:rPr lang="fr-FR" sz="2000" b="1" cap="all" dirty="0" err="1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mILHANE</a:t>
            </a:r>
            <a:endParaRPr lang="fr-F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0855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91432" y="2642617"/>
            <a:ext cx="8259697" cy="1742880"/>
          </a:xfrm>
        </p:spPr>
        <p:txBody>
          <a:bodyPr>
            <a:noAutofit/>
          </a:bodyPr>
          <a:lstStyle/>
          <a:p>
            <a:r>
              <a:rPr lang="fr-FR" sz="11500" smtClean="0"/>
              <a:t>CONTEXTE</a:t>
            </a:r>
            <a:endParaRPr lang="fr-FR" sz="115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F6652-746F-40DD-AF10-07B1E2BA8C08}" type="slidenum">
              <a:rPr lang="fr-FR" smtClean="0"/>
              <a:t>4</a:t>
            </a:fld>
            <a:endParaRPr lang="fr-FR"/>
          </a:p>
        </p:txBody>
      </p:sp>
      <p:pic>
        <p:nvPicPr>
          <p:cNvPr id="7" name="Picture 2" descr="Fichier:Logo Université Grenoble Alpes 2020.svg — Wikipédi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7487" y="43064"/>
            <a:ext cx="1328477" cy="815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ZoneTexte 9"/>
          <p:cNvSpPr txBox="1"/>
          <p:nvPr/>
        </p:nvSpPr>
        <p:spPr>
          <a:xfrm>
            <a:off x="0" y="6461905"/>
            <a:ext cx="3912124" cy="400110"/>
          </a:xfrm>
          <a:prstGeom prst="rect">
            <a:avLst/>
          </a:prstGeom>
          <a:solidFill>
            <a:srgbClr val="1D436D"/>
          </a:solidFill>
        </p:spPr>
        <p:txBody>
          <a:bodyPr wrap="square" rtlCol="0">
            <a:spAutoFit/>
          </a:bodyPr>
          <a:lstStyle/>
          <a:p>
            <a:r>
              <a:rPr lang="fr-FR" sz="2000" b="1" cap="all" dirty="0" smtClean="0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DJENNAD MAHDI, Rabehi </a:t>
            </a:r>
            <a:r>
              <a:rPr lang="fr-FR" sz="2000" b="1" cap="all" dirty="0" err="1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mILHANE</a:t>
            </a:r>
            <a:endParaRPr lang="fr-FR" dirty="0">
              <a:solidFill>
                <a:schemeClr val="bg1"/>
              </a:solidFill>
            </a:endParaRPr>
          </a:p>
        </p:txBody>
      </p:sp>
      <p:graphicFrame>
        <p:nvGraphicFramePr>
          <p:cNvPr id="14" name="Espace réservé du contenu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92897909"/>
              </p:ext>
            </p:extLst>
          </p:nvPr>
        </p:nvGraphicFramePr>
        <p:xfrm>
          <a:off x="0" y="124187"/>
          <a:ext cx="10757487" cy="4460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50368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F6652-746F-40DD-AF10-07B1E2BA8C08}" type="slidenum">
              <a:rPr lang="fr-FR" smtClean="0"/>
              <a:t>5</a:t>
            </a:fld>
            <a:endParaRPr lang="fr-FR"/>
          </a:p>
        </p:txBody>
      </p:sp>
      <p:graphicFrame>
        <p:nvGraphicFramePr>
          <p:cNvPr id="9" name="Espace réservé du contenu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38086722"/>
              </p:ext>
            </p:extLst>
          </p:nvPr>
        </p:nvGraphicFramePr>
        <p:xfrm>
          <a:off x="0" y="124187"/>
          <a:ext cx="10757487" cy="4460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2" descr="Fichier:Logo Université Grenoble Alpes 2020.svg — Wikipédia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7487" y="43064"/>
            <a:ext cx="1328477" cy="815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ZoneTexte 7"/>
          <p:cNvSpPr txBox="1"/>
          <p:nvPr/>
        </p:nvSpPr>
        <p:spPr>
          <a:xfrm>
            <a:off x="0" y="6461905"/>
            <a:ext cx="3912124" cy="400110"/>
          </a:xfrm>
          <a:prstGeom prst="rect">
            <a:avLst/>
          </a:prstGeom>
          <a:solidFill>
            <a:srgbClr val="1D436D"/>
          </a:solidFill>
        </p:spPr>
        <p:txBody>
          <a:bodyPr wrap="square" rtlCol="0">
            <a:spAutoFit/>
          </a:bodyPr>
          <a:lstStyle/>
          <a:p>
            <a:r>
              <a:rPr lang="fr-FR" sz="2000" b="1" cap="all" dirty="0" smtClean="0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DJENNAD MAHDI, Rabehi </a:t>
            </a:r>
            <a:r>
              <a:rPr lang="fr-FR" sz="2000" b="1" cap="all" dirty="0" err="1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mILHANE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1578689" y="619535"/>
            <a:ext cx="8911687" cy="1280890"/>
          </a:xfrm>
        </p:spPr>
        <p:txBody>
          <a:bodyPr/>
          <a:lstStyle/>
          <a:p>
            <a:r>
              <a:rPr lang="fr-FR" dirty="0"/>
              <a:t>INTRODUCTION : LE PROJET JADE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1150526" y="1389449"/>
            <a:ext cx="30925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2400" dirty="0" smtClean="0">
                <a:solidFill>
                  <a:schemeClr val="accent3"/>
                </a:solidFill>
              </a:rPr>
              <a:t>Cadre scientifique :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1150526" y="1827050"/>
            <a:ext cx="77205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1600" dirty="0"/>
              <a:t>Projet ANR &amp; IDEX (Interdisciplinaire</a:t>
            </a:r>
            <a:r>
              <a:rPr lang="fr-FR" sz="1600" dirty="0" smtClean="0"/>
              <a:t>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1600" dirty="0" smtClean="0"/>
              <a:t>Collaboration </a:t>
            </a:r>
            <a:r>
              <a:rPr lang="fr-FR" sz="1600" dirty="0"/>
              <a:t>: Droit (CRJ) ↔ Info/Maths (LJK).</a:t>
            </a:r>
          </a:p>
        </p:txBody>
      </p:sp>
      <p:sp>
        <p:nvSpPr>
          <p:cNvPr id="12" name="ZoneTexte 11"/>
          <p:cNvSpPr txBox="1"/>
          <p:nvPr/>
        </p:nvSpPr>
        <p:spPr>
          <a:xfrm>
            <a:off x="1176174" y="2972963"/>
            <a:ext cx="40783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2400" dirty="0" smtClean="0">
                <a:solidFill>
                  <a:schemeClr val="accent3"/>
                </a:solidFill>
              </a:rPr>
              <a:t>L’état de l’art (L’existant) :</a:t>
            </a:r>
          </a:p>
        </p:txBody>
      </p:sp>
      <p:sp>
        <p:nvSpPr>
          <p:cNvPr id="13" name="ZoneTexte 12"/>
          <p:cNvSpPr txBox="1"/>
          <p:nvPr/>
        </p:nvSpPr>
        <p:spPr>
          <a:xfrm>
            <a:off x="1150526" y="3434628"/>
            <a:ext cx="544823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1600" dirty="0"/>
              <a:t>Base PostgreSQL opérationnelle</a:t>
            </a:r>
            <a:r>
              <a:rPr lang="fr-FR" sz="1600" dirty="0" smtClean="0"/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1600" dirty="0" smtClean="0"/>
              <a:t>Données </a:t>
            </a:r>
            <a:r>
              <a:rPr lang="fr-FR" sz="1600" dirty="0"/>
              <a:t>: Résultats électoraux + </a:t>
            </a:r>
            <a:r>
              <a:rPr lang="fr-FR" sz="1600" dirty="0" smtClean="0"/>
              <a:t>les décisions de justice en Métadonnées </a:t>
            </a:r>
            <a:r>
              <a:rPr lang="fr-FR" sz="1600" dirty="0"/>
              <a:t>(Dates, Rejets</a:t>
            </a:r>
            <a:r>
              <a:rPr lang="fr-FR" sz="1600" dirty="0" smtClean="0"/>
              <a:t>).</a:t>
            </a:r>
          </a:p>
          <a:p>
            <a:pPr>
              <a:lnSpc>
                <a:spcPct val="150000"/>
              </a:lnSpc>
            </a:pPr>
            <a:endParaRPr lang="fr-FR" sz="1600" dirty="0"/>
          </a:p>
        </p:txBody>
      </p:sp>
      <p:sp>
        <p:nvSpPr>
          <p:cNvPr id="15" name="ZoneTexte 14"/>
          <p:cNvSpPr txBox="1"/>
          <p:nvPr/>
        </p:nvSpPr>
        <p:spPr>
          <a:xfrm>
            <a:off x="1158264" y="4929037"/>
            <a:ext cx="18437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2400" dirty="0" smtClean="0">
                <a:solidFill>
                  <a:schemeClr val="accent3"/>
                </a:solidFill>
              </a:rPr>
              <a:t>L’ambition 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1150526" y="5386848"/>
            <a:ext cx="5947142" cy="7841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1600" dirty="0"/>
              <a:t>Dépasser l'analyse des résultats pour analyser le raisonnement du juge (Justice prédictive).</a:t>
            </a:r>
          </a:p>
        </p:txBody>
      </p:sp>
      <p:pic>
        <p:nvPicPr>
          <p:cNvPr id="17" name="Image 16"/>
          <p:cNvPicPr/>
          <p:nvPr/>
        </p:nvPicPr>
        <p:blipFill>
          <a:blip r:embed="rId8"/>
          <a:stretch>
            <a:fillRect/>
          </a:stretch>
        </p:blipFill>
        <p:spPr>
          <a:xfrm>
            <a:off x="6551399" y="2214521"/>
            <a:ext cx="5457107" cy="3449815"/>
          </a:xfrm>
          <a:prstGeom prst="rect">
            <a:avLst/>
          </a:prstGeom>
        </p:spPr>
      </p:pic>
      <p:cxnSp>
        <p:nvCxnSpPr>
          <p:cNvPr id="19" name="Connecteur droit 18"/>
          <p:cNvCxnSpPr/>
          <p:nvPr/>
        </p:nvCxnSpPr>
        <p:spPr>
          <a:xfrm>
            <a:off x="6308753" y="1949424"/>
            <a:ext cx="26894" cy="398001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25618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11579" y="2061273"/>
            <a:ext cx="10119317" cy="1742880"/>
          </a:xfrm>
        </p:spPr>
        <p:txBody>
          <a:bodyPr>
            <a:noAutofit/>
          </a:bodyPr>
          <a:lstStyle/>
          <a:p>
            <a:pPr lvl="0"/>
            <a:r>
              <a:rPr lang="fr-FR" sz="9600" dirty="0"/>
              <a:t>PROBLEMATIQUE ET OBJECTIFS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F6652-746F-40DD-AF10-07B1E2BA8C08}" type="slidenum">
              <a:rPr lang="fr-FR" smtClean="0"/>
              <a:t>6</a:t>
            </a:fld>
            <a:endParaRPr lang="fr-FR"/>
          </a:p>
        </p:txBody>
      </p:sp>
      <p:pic>
        <p:nvPicPr>
          <p:cNvPr id="7" name="Picture 2" descr="Fichier:Logo Université Grenoble Alpes 2020.svg — Wikipédi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7487" y="43064"/>
            <a:ext cx="1328477" cy="815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ZoneTexte 9"/>
          <p:cNvSpPr txBox="1"/>
          <p:nvPr/>
        </p:nvSpPr>
        <p:spPr>
          <a:xfrm>
            <a:off x="0" y="6461905"/>
            <a:ext cx="3912124" cy="400110"/>
          </a:xfrm>
          <a:prstGeom prst="rect">
            <a:avLst/>
          </a:prstGeom>
          <a:solidFill>
            <a:srgbClr val="1D436D"/>
          </a:solidFill>
        </p:spPr>
        <p:txBody>
          <a:bodyPr wrap="square" rtlCol="0">
            <a:spAutoFit/>
          </a:bodyPr>
          <a:lstStyle/>
          <a:p>
            <a:r>
              <a:rPr lang="fr-FR" sz="2000" b="1" cap="all" dirty="0" smtClean="0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DJENNAD MAHDI, Rabehi </a:t>
            </a:r>
            <a:r>
              <a:rPr lang="fr-FR" sz="2000" b="1" cap="all" dirty="0" err="1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mILHANE</a:t>
            </a:r>
            <a:endParaRPr lang="fr-FR" dirty="0">
              <a:solidFill>
                <a:schemeClr val="bg1"/>
              </a:solidFill>
            </a:endParaRPr>
          </a:p>
        </p:txBody>
      </p:sp>
      <p:graphicFrame>
        <p:nvGraphicFramePr>
          <p:cNvPr id="14" name="Espace réservé du contenu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45599889"/>
              </p:ext>
            </p:extLst>
          </p:nvPr>
        </p:nvGraphicFramePr>
        <p:xfrm>
          <a:off x="0" y="124187"/>
          <a:ext cx="10757487" cy="4460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710861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age 32"/>
          <p:cNvPicPr/>
          <p:nvPr/>
        </p:nvPicPr>
        <p:blipFill>
          <a:blip r:embed="rId2"/>
          <a:stretch>
            <a:fillRect/>
          </a:stretch>
        </p:blipFill>
        <p:spPr>
          <a:xfrm>
            <a:off x="1587024" y="3478025"/>
            <a:ext cx="9492793" cy="2838902"/>
          </a:xfrm>
          <a:prstGeom prst="rect">
            <a:avLst/>
          </a:prstGeom>
        </p:spPr>
      </p:pic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F6652-746F-40DD-AF10-07B1E2BA8C08}" type="slidenum">
              <a:rPr lang="fr-FR" smtClean="0"/>
              <a:t>7</a:t>
            </a:fld>
            <a:endParaRPr lang="fr-FR"/>
          </a:p>
        </p:txBody>
      </p:sp>
      <p:sp>
        <p:nvSpPr>
          <p:cNvPr id="23" name="Titre 1"/>
          <p:cNvSpPr txBox="1">
            <a:spLocks/>
          </p:cNvSpPr>
          <p:nvPr/>
        </p:nvSpPr>
        <p:spPr>
          <a:xfrm>
            <a:off x="1618625" y="623315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dirty="0"/>
              <a:t>LA PROBLÉMATIQUE</a:t>
            </a:r>
          </a:p>
        </p:txBody>
      </p:sp>
      <p:pic>
        <p:nvPicPr>
          <p:cNvPr id="24" name="Picture 2" descr="Fichier:Logo Université Grenoble Alpes 2020.svg — Wikipédi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7487" y="43064"/>
            <a:ext cx="1328477" cy="815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ZoneTexte 24"/>
          <p:cNvSpPr txBox="1"/>
          <p:nvPr/>
        </p:nvSpPr>
        <p:spPr>
          <a:xfrm>
            <a:off x="0" y="6461905"/>
            <a:ext cx="3912124" cy="400110"/>
          </a:xfrm>
          <a:prstGeom prst="rect">
            <a:avLst/>
          </a:prstGeom>
          <a:solidFill>
            <a:srgbClr val="1D436D"/>
          </a:solidFill>
        </p:spPr>
        <p:txBody>
          <a:bodyPr wrap="square" rtlCol="0">
            <a:spAutoFit/>
          </a:bodyPr>
          <a:lstStyle/>
          <a:p>
            <a:r>
              <a:rPr lang="fr-FR" sz="2000" b="1" cap="all" dirty="0" smtClean="0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DJENNAD MAHDI, Rabehi </a:t>
            </a:r>
            <a:r>
              <a:rPr lang="fr-FR" sz="2000" b="1" cap="all" dirty="0" err="1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mILHANE</a:t>
            </a:r>
            <a:endParaRPr lang="fr-FR" dirty="0">
              <a:solidFill>
                <a:schemeClr val="bg1"/>
              </a:solidFill>
            </a:endParaRPr>
          </a:p>
        </p:txBody>
      </p:sp>
      <p:graphicFrame>
        <p:nvGraphicFramePr>
          <p:cNvPr id="26" name="Espace réservé du contenu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15688206"/>
              </p:ext>
            </p:extLst>
          </p:nvPr>
        </p:nvGraphicFramePr>
        <p:xfrm>
          <a:off x="0" y="124187"/>
          <a:ext cx="10757487" cy="4460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7" name="ZoneTexte 26"/>
          <p:cNvSpPr txBox="1"/>
          <p:nvPr/>
        </p:nvSpPr>
        <p:spPr>
          <a:xfrm>
            <a:off x="2225190" y="1346909"/>
            <a:ext cx="27622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2400" dirty="0">
                <a:solidFill>
                  <a:schemeClr val="accent3"/>
                </a:solidFill>
              </a:rPr>
              <a:t>Le </a:t>
            </a:r>
            <a:r>
              <a:rPr lang="fr-FR" sz="2400" dirty="0" smtClean="0">
                <a:solidFill>
                  <a:schemeClr val="accent3"/>
                </a:solidFill>
              </a:rPr>
              <a:t>Besoin métier </a:t>
            </a:r>
            <a:r>
              <a:rPr lang="fr-FR" sz="2400" dirty="0">
                <a:solidFill>
                  <a:schemeClr val="accent3"/>
                </a:solidFill>
              </a:rPr>
              <a:t>:</a:t>
            </a:r>
            <a:endParaRPr lang="fr-FR" sz="2400" dirty="0" smtClean="0">
              <a:solidFill>
                <a:schemeClr val="accent3"/>
              </a:solidFill>
            </a:endParaRPr>
          </a:p>
        </p:txBody>
      </p:sp>
      <p:sp>
        <p:nvSpPr>
          <p:cNvPr id="28" name="ZoneTexte 27"/>
          <p:cNvSpPr txBox="1"/>
          <p:nvPr/>
        </p:nvSpPr>
        <p:spPr>
          <a:xfrm>
            <a:off x="632767" y="1763387"/>
            <a:ext cx="59471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1600" dirty="0"/>
              <a:t>La base JADE est "muette" : elle a les résultats, mais pas les explications</a:t>
            </a:r>
            <a:r>
              <a:rPr lang="fr-FR" sz="1600" dirty="0" smtClean="0"/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1600" dirty="0" smtClean="0"/>
              <a:t>Les </a:t>
            </a:r>
            <a:r>
              <a:rPr lang="fr-FR" sz="1600" dirty="0"/>
              <a:t>Abstracts (résumés juridiques) sont indispensables pour comprendre la décision.</a:t>
            </a:r>
          </a:p>
        </p:txBody>
      </p:sp>
      <p:sp>
        <p:nvSpPr>
          <p:cNvPr id="29" name="ZoneTexte 28"/>
          <p:cNvSpPr txBox="1"/>
          <p:nvPr/>
        </p:nvSpPr>
        <p:spPr>
          <a:xfrm>
            <a:off x="7591859" y="1390700"/>
            <a:ext cx="34243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2400" dirty="0">
                <a:solidFill>
                  <a:schemeClr val="accent3"/>
                </a:solidFill>
              </a:rPr>
              <a:t>Le Verrou Technique :</a:t>
            </a:r>
            <a:endParaRPr lang="fr-FR" sz="2400" dirty="0" smtClean="0">
              <a:solidFill>
                <a:schemeClr val="accent3"/>
              </a:solidFill>
            </a:endParaRPr>
          </a:p>
        </p:txBody>
      </p:sp>
      <p:sp>
        <p:nvSpPr>
          <p:cNvPr id="30" name="ZoneTexte 29"/>
          <p:cNvSpPr txBox="1"/>
          <p:nvPr/>
        </p:nvSpPr>
        <p:spPr>
          <a:xfrm>
            <a:off x="6579909" y="1860341"/>
            <a:ext cx="5448237" cy="11535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1600" dirty="0"/>
              <a:t>Données sources hétérogènes (fichiers XML/JSON éparpillés sur le Cloud</a:t>
            </a:r>
            <a:r>
              <a:rPr lang="fr-FR" sz="1600" dirty="0" smtClean="0"/>
              <a:t>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1600" dirty="0" smtClean="0"/>
              <a:t>Aucun </a:t>
            </a:r>
            <a:r>
              <a:rPr lang="fr-FR" sz="1600" dirty="0"/>
              <a:t>lien automatisé avec la base PostgreSQL.</a:t>
            </a:r>
          </a:p>
        </p:txBody>
      </p:sp>
    </p:spTree>
    <p:extLst>
      <p:ext uri="{BB962C8B-B14F-4D97-AF65-F5344CB8AC3E}">
        <p14:creationId xmlns:p14="http://schemas.microsoft.com/office/powerpoint/2010/main" val="790636603"/>
      </p:ext>
    </p:extLst>
  </p:cSld>
  <p:clrMapOvr>
    <a:masterClrMapping/>
  </p:clrMapOvr>
  <p:transition spd="med">
    <p:pull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F6652-746F-40DD-AF10-07B1E2BA8C08}" type="slidenum">
              <a:rPr lang="fr-FR" smtClean="0"/>
              <a:t>8</a:t>
            </a:fld>
            <a:endParaRPr lang="fr-FR"/>
          </a:p>
        </p:txBody>
      </p:sp>
      <p:sp>
        <p:nvSpPr>
          <p:cNvPr id="23" name="Titre 1"/>
          <p:cNvSpPr txBox="1">
            <a:spLocks/>
          </p:cNvSpPr>
          <p:nvPr/>
        </p:nvSpPr>
        <p:spPr>
          <a:xfrm>
            <a:off x="1618625" y="623315"/>
            <a:ext cx="8911687" cy="7235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dirty="0" smtClean="0"/>
              <a:t>LES OBJECTIFS DU STAGE</a:t>
            </a:r>
          </a:p>
        </p:txBody>
      </p:sp>
      <p:pic>
        <p:nvPicPr>
          <p:cNvPr id="24" name="Picture 2" descr="Fichier:Logo Université Grenoble Alpes 2020.svg — Wikipédi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7487" y="43064"/>
            <a:ext cx="1328477" cy="815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ZoneTexte 24"/>
          <p:cNvSpPr txBox="1"/>
          <p:nvPr/>
        </p:nvSpPr>
        <p:spPr>
          <a:xfrm>
            <a:off x="0" y="6461905"/>
            <a:ext cx="3912124" cy="400110"/>
          </a:xfrm>
          <a:prstGeom prst="rect">
            <a:avLst/>
          </a:prstGeom>
          <a:solidFill>
            <a:srgbClr val="1D436D"/>
          </a:solidFill>
        </p:spPr>
        <p:txBody>
          <a:bodyPr wrap="square" rtlCol="0">
            <a:spAutoFit/>
          </a:bodyPr>
          <a:lstStyle/>
          <a:p>
            <a:r>
              <a:rPr lang="fr-FR" sz="2000" b="1" cap="all" dirty="0" smtClean="0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DJENNAD MAHDI, Rabehi </a:t>
            </a:r>
            <a:r>
              <a:rPr lang="fr-FR" sz="2000" b="1" cap="all" dirty="0" err="1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mILHANE</a:t>
            </a:r>
            <a:endParaRPr lang="fr-FR" dirty="0">
              <a:solidFill>
                <a:schemeClr val="bg1"/>
              </a:solidFill>
            </a:endParaRPr>
          </a:p>
        </p:txBody>
      </p:sp>
      <p:graphicFrame>
        <p:nvGraphicFramePr>
          <p:cNvPr id="26" name="Espace réservé du contenu 5"/>
          <p:cNvGraphicFramePr>
            <a:graphicFrameLocks/>
          </p:cNvGraphicFramePr>
          <p:nvPr>
            <p:extLst/>
          </p:nvPr>
        </p:nvGraphicFramePr>
        <p:xfrm>
          <a:off x="0" y="124187"/>
          <a:ext cx="10757487" cy="4460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Rectangle à coins arrondis 11"/>
          <p:cNvSpPr/>
          <p:nvPr/>
        </p:nvSpPr>
        <p:spPr>
          <a:xfrm>
            <a:off x="1199961" y="1750622"/>
            <a:ext cx="3639200" cy="1848051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fr-FR" sz="2400" dirty="0" smtClean="0"/>
              <a:t>Analyser</a:t>
            </a:r>
          </a:p>
          <a:p>
            <a:pPr algn="r"/>
            <a:r>
              <a:rPr lang="fr-FR" sz="1200" dirty="0"/>
              <a:t>Comprendre la </a:t>
            </a:r>
            <a:r>
              <a:rPr lang="fr-FR" sz="1200" dirty="0" smtClean="0"/>
              <a:t>structure</a:t>
            </a:r>
          </a:p>
          <a:p>
            <a:pPr algn="r"/>
            <a:r>
              <a:rPr lang="fr-FR" sz="1200" dirty="0" smtClean="0"/>
              <a:t> </a:t>
            </a:r>
            <a:r>
              <a:rPr lang="fr-FR" sz="1200" dirty="0"/>
              <a:t>du contentieux électoral.</a:t>
            </a:r>
          </a:p>
        </p:txBody>
      </p:sp>
      <p:sp>
        <p:nvSpPr>
          <p:cNvPr id="14" name="Rectangle à coins arrondis 13"/>
          <p:cNvSpPr/>
          <p:nvPr/>
        </p:nvSpPr>
        <p:spPr>
          <a:xfrm>
            <a:off x="4254868" y="4196390"/>
            <a:ext cx="3639200" cy="1848051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fr-FR" sz="2400" dirty="0" smtClean="0"/>
              <a:t>Automatiser</a:t>
            </a:r>
            <a:r>
              <a:rPr lang="fr-FR" dirty="0" smtClean="0"/>
              <a:t> </a:t>
            </a:r>
          </a:p>
          <a:p>
            <a:pPr algn="r"/>
            <a:r>
              <a:rPr lang="fr-FR" sz="1200" dirty="0"/>
              <a:t>Développer le pipeline </a:t>
            </a:r>
            <a:endParaRPr lang="fr-FR" sz="1200" dirty="0" smtClean="0"/>
          </a:p>
          <a:p>
            <a:pPr algn="r"/>
            <a:r>
              <a:rPr lang="fr-FR" sz="1200" dirty="0" smtClean="0"/>
              <a:t>d'extraction </a:t>
            </a:r>
            <a:r>
              <a:rPr lang="fr-FR" sz="1200" dirty="0"/>
              <a:t>(ETL) en Python.</a:t>
            </a:r>
          </a:p>
        </p:txBody>
      </p:sp>
      <p:sp>
        <p:nvSpPr>
          <p:cNvPr id="15" name="Rectangle à coins arrondis 14"/>
          <p:cNvSpPr/>
          <p:nvPr/>
        </p:nvSpPr>
        <p:spPr>
          <a:xfrm>
            <a:off x="7315200" y="1750622"/>
            <a:ext cx="3639200" cy="184805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fr-FR" sz="2400" dirty="0" smtClean="0"/>
              <a:t>Modéliser</a:t>
            </a:r>
          </a:p>
          <a:p>
            <a:pPr algn="r"/>
            <a:r>
              <a:rPr lang="fr-FR" sz="1200" dirty="0"/>
              <a:t>Concevoir le lien SQL </a:t>
            </a:r>
            <a:r>
              <a:rPr lang="fr-FR" sz="1200" dirty="0" smtClean="0"/>
              <a:t>entre</a:t>
            </a:r>
          </a:p>
          <a:p>
            <a:pPr algn="r"/>
            <a:r>
              <a:rPr lang="fr-FR" sz="1200" dirty="0" smtClean="0"/>
              <a:t> </a:t>
            </a:r>
            <a:r>
              <a:rPr lang="fr-FR" sz="1200" dirty="0"/>
              <a:t>Décisions et Abstracts.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24531" y="2064509"/>
            <a:ext cx="1159458" cy="1159458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200" y="2064509"/>
            <a:ext cx="1299954" cy="1299954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44972" y="4546375"/>
            <a:ext cx="1317098" cy="1317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750692"/>
      </p:ext>
    </p:extLst>
  </p:cSld>
  <p:clrMapOvr>
    <a:masterClrMapping/>
  </p:clrMapOvr>
  <p:transition spd="med">
    <p:pull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81680" y="1481843"/>
            <a:ext cx="10047814" cy="1742880"/>
          </a:xfrm>
        </p:spPr>
        <p:txBody>
          <a:bodyPr>
            <a:noAutofit/>
          </a:bodyPr>
          <a:lstStyle/>
          <a:p>
            <a:pPr lvl="0"/>
            <a:r>
              <a:rPr lang="fr-FR" sz="9600" dirty="0"/>
              <a:t>CONCEPTION ET ARCHITECTURE TECHNIQUE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F6652-746F-40DD-AF10-07B1E2BA8C08}" type="slidenum">
              <a:rPr lang="fr-FR" smtClean="0"/>
              <a:t>9</a:t>
            </a:fld>
            <a:endParaRPr lang="fr-FR"/>
          </a:p>
        </p:txBody>
      </p:sp>
      <p:pic>
        <p:nvPicPr>
          <p:cNvPr id="7" name="Picture 2" descr="Fichier:Logo Université Grenoble Alpes 2020.svg — Wikipédi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7487" y="43064"/>
            <a:ext cx="1328477" cy="815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ZoneTexte 9"/>
          <p:cNvSpPr txBox="1"/>
          <p:nvPr/>
        </p:nvSpPr>
        <p:spPr>
          <a:xfrm>
            <a:off x="0" y="6461905"/>
            <a:ext cx="3912124" cy="400110"/>
          </a:xfrm>
          <a:prstGeom prst="rect">
            <a:avLst/>
          </a:prstGeom>
          <a:solidFill>
            <a:srgbClr val="1D436D"/>
          </a:solidFill>
        </p:spPr>
        <p:txBody>
          <a:bodyPr wrap="square" rtlCol="0">
            <a:spAutoFit/>
          </a:bodyPr>
          <a:lstStyle/>
          <a:p>
            <a:r>
              <a:rPr lang="fr-FR" sz="2000" b="1" cap="all" dirty="0" smtClean="0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DJENNAD MAHDI, Rabehi </a:t>
            </a:r>
            <a:r>
              <a:rPr lang="fr-FR" sz="2000" b="1" cap="all" dirty="0" err="1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mILHANE</a:t>
            </a:r>
            <a:endParaRPr lang="fr-FR" dirty="0">
              <a:solidFill>
                <a:schemeClr val="bg1"/>
              </a:solidFill>
            </a:endParaRPr>
          </a:p>
        </p:txBody>
      </p:sp>
      <p:graphicFrame>
        <p:nvGraphicFramePr>
          <p:cNvPr id="13" name="Espace réservé du contenu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48922118"/>
              </p:ext>
            </p:extLst>
          </p:nvPr>
        </p:nvGraphicFramePr>
        <p:xfrm>
          <a:off x="0" y="124187"/>
          <a:ext cx="10757487" cy="4460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229354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F6652-746F-40DD-AF10-07B1E2BA8C08}" type="slidenum">
              <a:rPr lang="fr-FR" smtClean="0"/>
              <a:t>10</a:t>
            </a:fld>
            <a:endParaRPr lang="fr-FR"/>
          </a:p>
        </p:txBody>
      </p:sp>
      <p:sp>
        <p:nvSpPr>
          <p:cNvPr id="11" name="Titre 1"/>
          <p:cNvSpPr>
            <a:spLocks noGrp="1"/>
          </p:cNvSpPr>
          <p:nvPr>
            <p:ph type="title"/>
          </p:nvPr>
        </p:nvSpPr>
        <p:spPr>
          <a:xfrm>
            <a:off x="1587024" y="586176"/>
            <a:ext cx="8911687" cy="1280890"/>
          </a:xfrm>
        </p:spPr>
        <p:txBody>
          <a:bodyPr>
            <a:normAutofit/>
          </a:bodyPr>
          <a:lstStyle/>
          <a:p>
            <a:r>
              <a:rPr lang="fr-FR" sz="4000" dirty="0"/>
              <a:t>ARCHITECTURE TECHNIQUE CIBLE</a:t>
            </a:r>
            <a:endParaRPr lang="fr-FR" sz="3900" dirty="0"/>
          </a:p>
        </p:txBody>
      </p:sp>
      <p:pic>
        <p:nvPicPr>
          <p:cNvPr id="10" name="Picture 2" descr="Fichier:Logo Université Grenoble Alpes 2020.svg — Wikipédi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7487" y="43064"/>
            <a:ext cx="1328477" cy="815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ZoneTexte 11"/>
          <p:cNvSpPr txBox="1"/>
          <p:nvPr/>
        </p:nvSpPr>
        <p:spPr>
          <a:xfrm>
            <a:off x="0" y="6461905"/>
            <a:ext cx="3912124" cy="400110"/>
          </a:xfrm>
          <a:prstGeom prst="rect">
            <a:avLst/>
          </a:prstGeom>
          <a:solidFill>
            <a:srgbClr val="1D436D"/>
          </a:solidFill>
        </p:spPr>
        <p:txBody>
          <a:bodyPr wrap="square" rtlCol="0">
            <a:spAutoFit/>
          </a:bodyPr>
          <a:lstStyle/>
          <a:p>
            <a:r>
              <a:rPr lang="fr-FR" sz="2000" b="1" cap="all" dirty="0" smtClean="0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DJENNAD MAHDI, Rabehi </a:t>
            </a:r>
            <a:r>
              <a:rPr lang="fr-FR" sz="2000" b="1" cap="all" dirty="0" err="1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mILHANE</a:t>
            </a:r>
            <a:endParaRPr lang="fr-FR" dirty="0">
              <a:solidFill>
                <a:schemeClr val="bg1"/>
              </a:solidFill>
            </a:endParaRPr>
          </a:p>
        </p:txBody>
      </p:sp>
      <p:graphicFrame>
        <p:nvGraphicFramePr>
          <p:cNvPr id="9" name="Espace réservé du contenu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14076505"/>
              </p:ext>
            </p:extLst>
          </p:nvPr>
        </p:nvGraphicFramePr>
        <p:xfrm>
          <a:off x="0" y="124187"/>
          <a:ext cx="10757487" cy="4460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3" name="Image 12"/>
          <p:cNvPicPr/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37"/>
          <a:stretch/>
        </p:blipFill>
        <p:spPr bwMode="auto">
          <a:xfrm>
            <a:off x="921695" y="1247621"/>
            <a:ext cx="10162095" cy="445352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aphicFrame>
        <p:nvGraphicFramePr>
          <p:cNvPr id="3" name="Diagramme 2"/>
          <p:cNvGraphicFramePr/>
          <p:nvPr>
            <p:extLst>
              <p:ext uri="{D42A27DB-BD31-4B8C-83A1-F6EECF244321}">
                <p14:modId xmlns:p14="http://schemas.microsoft.com/office/powerpoint/2010/main" val="830001622"/>
              </p:ext>
            </p:extLst>
          </p:nvPr>
        </p:nvGraphicFramePr>
        <p:xfrm>
          <a:off x="160283" y="5311836"/>
          <a:ext cx="11765167" cy="11500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pic>
        <p:nvPicPr>
          <p:cNvPr id="5" name="Image 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468296" y="5396481"/>
            <a:ext cx="504543" cy="504543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21330" y="5378615"/>
            <a:ext cx="455629" cy="455629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334394" y="5338026"/>
            <a:ext cx="496218" cy="49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230999"/>
      </p:ext>
    </p:extLst>
  </p:cSld>
  <p:clrMapOvr>
    <a:masterClrMapping/>
  </p:clrMapOvr>
  <p:transition spd="med">
    <p:pull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078" y="-10661"/>
            <a:ext cx="4932396" cy="6868661"/>
          </a:xfrm>
          <a:prstGeom prst="rect">
            <a:avLst/>
          </a:prstGeom>
        </p:spPr>
      </p:pic>
      <p:pic>
        <p:nvPicPr>
          <p:cNvPr id="18" name="Image 17"/>
          <p:cNvPicPr/>
          <p:nvPr/>
        </p:nvPicPr>
        <p:blipFill>
          <a:blip r:embed="rId3"/>
          <a:stretch>
            <a:fillRect/>
          </a:stretch>
        </p:blipFill>
        <p:spPr>
          <a:xfrm>
            <a:off x="531811" y="1318000"/>
            <a:ext cx="4889095" cy="2765988"/>
          </a:xfrm>
          <a:prstGeom prst="rect">
            <a:avLst/>
          </a:prstGeom>
        </p:spPr>
      </p:pic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F6652-746F-40DD-AF10-07B1E2BA8C08}" type="slidenum">
              <a:rPr lang="fr-FR" smtClean="0"/>
              <a:t>11</a:t>
            </a:fld>
            <a:endParaRPr lang="fr-FR"/>
          </a:p>
        </p:txBody>
      </p:sp>
      <p:sp>
        <p:nvSpPr>
          <p:cNvPr id="12" name="Titre 1"/>
          <p:cNvSpPr>
            <a:spLocks noGrp="1"/>
          </p:cNvSpPr>
          <p:nvPr>
            <p:ph type="title"/>
          </p:nvPr>
        </p:nvSpPr>
        <p:spPr>
          <a:xfrm>
            <a:off x="1625140" y="694411"/>
            <a:ext cx="8911687" cy="515415"/>
          </a:xfrm>
        </p:spPr>
        <p:txBody>
          <a:bodyPr>
            <a:noAutofit/>
          </a:bodyPr>
          <a:lstStyle/>
          <a:p>
            <a:r>
              <a:rPr lang="fr-FR" sz="2400" dirty="0"/>
              <a:t>AUDIT ET </a:t>
            </a:r>
            <a:r>
              <a:rPr lang="fr-FR" sz="2400" dirty="0" smtClean="0"/>
              <a:t>MODÉLISATION DE </a:t>
            </a:r>
            <a:r>
              <a:rPr lang="fr-FR" sz="2400" dirty="0"/>
              <a:t>DONNÉES</a:t>
            </a:r>
          </a:p>
        </p:txBody>
      </p:sp>
      <p:sp>
        <p:nvSpPr>
          <p:cNvPr id="14" name="ZoneTexte 13"/>
          <p:cNvSpPr txBox="1"/>
          <p:nvPr/>
        </p:nvSpPr>
        <p:spPr>
          <a:xfrm>
            <a:off x="0" y="6461905"/>
            <a:ext cx="3912124" cy="400110"/>
          </a:xfrm>
          <a:prstGeom prst="rect">
            <a:avLst/>
          </a:prstGeom>
          <a:solidFill>
            <a:srgbClr val="1D436D"/>
          </a:solidFill>
        </p:spPr>
        <p:txBody>
          <a:bodyPr wrap="square" rtlCol="0">
            <a:spAutoFit/>
          </a:bodyPr>
          <a:lstStyle/>
          <a:p>
            <a:r>
              <a:rPr lang="fr-FR" sz="2000" b="1" cap="all" dirty="0" smtClean="0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DJENNAD MAHDI, Rabehi </a:t>
            </a:r>
            <a:r>
              <a:rPr lang="fr-FR" sz="2000" b="1" cap="all" dirty="0" err="1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mILHANE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269078" y="-7441"/>
            <a:ext cx="4889924" cy="6865441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/>
          <p:cNvSpPr/>
          <p:nvPr/>
        </p:nvSpPr>
        <p:spPr>
          <a:xfrm>
            <a:off x="10642862" y="0"/>
            <a:ext cx="1549137" cy="970344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" name="Picture 2" descr="Fichier:Logo Université Grenoble Alpes 2020.svg — Wikipédi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7487" y="43064"/>
            <a:ext cx="1328477" cy="815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5" name="Espace réservé du contenu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01324962"/>
              </p:ext>
            </p:extLst>
          </p:nvPr>
        </p:nvGraphicFramePr>
        <p:xfrm>
          <a:off x="0" y="124187"/>
          <a:ext cx="10757487" cy="4460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17" name="ZoneTexte 16"/>
          <p:cNvSpPr txBox="1"/>
          <p:nvPr/>
        </p:nvSpPr>
        <p:spPr>
          <a:xfrm>
            <a:off x="544982" y="1318000"/>
            <a:ext cx="1739579" cy="461665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fr-FR" sz="2400" dirty="0" smtClean="0">
                <a:solidFill>
                  <a:schemeClr val="accent3"/>
                </a:solidFill>
              </a:rPr>
              <a:t>Le constat</a:t>
            </a:r>
          </a:p>
        </p:txBody>
      </p:sp>
      <p:pic>
        <p:nvPicPr>
          <p:cNvPr id="19" name="Image 18"/>
          <p:cNvPicPr/>
          <p:nvPr/>
        </p:nvPicPr>
        <p:blipFill rotWithShape="1">
          <a:blip r:embed="rId3"/>
          <a:srcRect l="58279" t="32933" r="22843" b="30073"/>
          <a:stretch/>
        </p:blipFill>
        <p:spPr>
          <a:xfrm>
            <a:off x="3419786" y="1374919"/>
            <a:ext cx="2227117" cy="2542537"/>
          </a:xfrm>
          <a:prstGeom prst="rect">
            <a:avLst/>
          </a:prstGeom>
        </p:spPr>
      </p:pic>
      <p:sp>
        <p:nvSpPr>
          <p:cNvPr id="20" name="ZoneTexte 19"/>
          <p:cNvSpPr txBox="1"/>
          <p:nvPr/>
        </p:nvSpPr>
        <p:spPr>
          <a:xfrm>
            <a:off x="2508545" y="4093415"/>
            <a:ext cx="2092239" cy="461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fr-FR" sz="2400" dirty="0" smtClean="0">
                <a:solidFill>
                  <a:schemeClr val="accent3"/>
                </a:solidFill>
              </a:rPr>
              <a:t>La stratégie :</a:t>
            </a:r>
          </a:p>
        </p:txBody>
      </p:sp>
      <p:graphicFrame>
        <p:nvGraphicFramePr>
          <p:cNvPr id="6" name="Diagramme 5"/>
          <p:cNvGraphicFramePr/>
          <p:nvPr>
            <p:extLst>
              <p:ext uri="{D42A27DB-BD31-4B8C-83A1-F6EECF244321}">
                <p14:modId xmlns:p14="http://schemas.microsoft.com/office/powerpoint/2010/main" val="2636652663"/>
              </p:ext>
            </p:extLst>
          </p:nvPr>
        </p:nvGraphicFramePr>
        <p:xfrm>
          <a:off x="1026330" y="4452512"/>
          <a:ext cx="6195183" cy="20093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</p:spTree>
    <p:extLst>
      <p:ext uri="{BB962C8B-B14F-4D97-AF65-F5344CB8AC3E}">
        <p14:creationId xmlns:p14="http://schemas.microsoft.com/office/powerpoint/2010/main" val="3745823413"/>
      </p:ext>
    </p:extLst>
  </p:cSld>
  <p:clrMapOvr>
    <a:masterClrMapping/>
  </p:clrMapOvr>
  <p:transition spd="med">
    <p:pull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81680" y="1481843"/>
            <a:ext cx="10047814" cy="1742880"/>
          </a:xfrm>
        </p:spPr>
        <p:txBody>
          <a:bodyPr>
            <a:noAutofit/>
          </a:bodyPr>
          <a:lstStyle/>
          <a:p>
            <a:pPr lvl="0"/>
            <a:r>
              <a:rPr lang="fr-FR" sz="9600" dirty="0"/>
              <a:t>ORGANISATION ET PLANIFICATION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F6652-746F-40DD-AF10-07B1E2BA8C08}" type="slidenum">
              <a:rPr lang="fr-FR" smtClean="0"/>
              <a:t>12</a:t>
            </a:fld>
            <a:endParaRPr lang="fr-FR"/>
          </a:p>
        </p:txBody>
      </p:sp>
      <p:pic>
        <p:nvPicPr>
          <p:cNvPr id="7" name="Picture 2" descr="Fichier:Logo Université Grenoble Alpes 2020.svg — Wikipédi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7487" y="43064"/>
            <a:ext cx="1328477" cy="815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ZoneTexte 9"/>
          <p:cNvSpPr txBox="1"/>
          <p:nvPr/>
        </p:nvSpPr>
        <p:spPr>
          <a:xfrm>
            <a:off x="0" y="6461905"/>
            <a:ext cx="3912124" cy="400110"/>
          </a:xfrm>
          <a:prstGeom prst="rect">
            <a:avLst/>
          </a:prstGeom>
          <a:solidFill>
            <a:srgbClr val="1D436D"/>
          </a:solidFill>
        </p:spPr>
        <p:txBody>
          <a:bodyPr wrap="square" rtlCol="0">
            <a:spAutoFit/>
          </a:bodyPr>
          <a:lstStyle/>
          <a:p>
            <a:r>
              <a:rPr lang="fr-FR" sz="2000" b="1" cap="all" dirty="0" smtClean="0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DJENNAD MAHDI, Rabehi </a:t>
            </a:r>
            <a:r>
              <a:rPr lang="fr-FR" sz="2000" b="1" cap="all" dirty="0" err="1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mILHANE</a:t>
            </a:r>
            <a:endParaRPr lang="fr-FR" dirty="0">
              <a:solidFill>
                <a:schemeClr val="bg1"/>
              </a:solidFill>
            </a:endParaRPr>
          </a:p>
        </p:txBody>
      </p:sp>
      <p:graphicFrame>
        <p:nvGraphicFramePr>
          <p:cNvPr id="13" name="Espace réservé du contenu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03137946"/>
              </p:ext>
            </p:extLst>
          </p:nvPr>
        </p:nvGraphicFramePr>
        <p:xfrm>
          <a:off x="0" y="124187"/>
          <a:ext cx="10757487" cy="4460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221944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F6652-746F-40DD-AF10-07B1E2BA8C08}" type="slidenum">
              <a:rPr lang="fr-FR" smtClean="0"/>
              <a:t>13</a:t>
            </a:fld>
            <a:endParaRPr lang="fr-FR"/>
          </a:p>
        </p:txBody>
      </p:sp>
      <p:sp>
        <p:nvSpPr>
          <p:cNvPr id="12" name="Titre 1"/>
          <p:cNvSpPr>
            <a:spLocks noGrp="1"/>
          </p:cNvSpPr>
          <p:nvPr>
            <p:ph type="title"/>
          </p:nvPr>
        </p:nvSpPr>
        <p:spPr>
          <a:xfrm>
            <a:off x="1587024" y="586176"/>
            <a:ext cx="8911687" cy="1280890"/>
          </a:xfrm>
        </p:spPr>
        <p:txBody>
          <a:bodyPr>
            <a:normAutofit/>
          </a:bodyPr>
          <a:lstStyle/>
          <a:p>
            <a:r>
              <a:rPr lang="fr-FR" sz="4000" dirty="0"/>
              <a:t>PLANNING DE MISE EN ŒUVRE</a:t>
            </a:r>
            <a:endParaRPr lang="fr-FR" sz="3900" dirty="0"/>
          </a:p>
        </p:txBody>
      </p:sp>
      <p:pic>
        <p:nvPicPr>
          <p:cNvPr id="10" name="Picture 2" descr="Fichier:Logo Université Grenoble Alpes 2020.svg — Wikipédi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7487" y="43064"/>
            <a:ext cx="1328477" cy="815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ZoneTexte 12"/>
          <p:cNvSpPr txBox="1"/>
          <p:nvPr/>
        </p:nvSpPr>
        <p:spPr>
          <a:xfrm>
            <a:off x="0" y="6461905"/>
            <a:ext cx="3912124" cy="400110"/>
          </a:xfrm>
          <a:prstGeom prst="rect">
            <a:avLst/>
          </a:prstGeom>
          <a:solidFill>
            <a:srgbClr val="1D436D"/>
          </a:solidFill>
        </p:spPr>
        <p:txBody>
          <a:bodyPr wrap="square" rtlCol="0">
            <a:spAutoFit/>
          </a:bodyPr>
          <a:lstStyle/>
          <a:p>
            <a:r>
              <a:rPr lang="fr-FR" sz="2000" b="1" cap="all" dirty="0" smtClean="0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DJENNAD MAHDI, Rabehi </a:t>
            </a:r>
            <a:r>
              <a:rPr lang="fr-FR" sz="2000" b="1" cap="all" dirty="0" err="1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mILHANE</a:t>
            </a:r>
            <a:endParaRPr lang="fr-FR" dirty="0">
              <a:solidFill>
                <a:schemeClr val="bg1"/>
              </a:solidFill>
            </a:endParaRPr>
          </a:p>
        </p:txBody>
      </p:sp>
      <p:graphicFrame>
        <p:nvGraphicFramePr>
          <p:cNvPr id="15" name="Espace réservé du contenu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38196514"/>
              </p:ext>
            </p:extLst>
          </p:nvPr>
        </p:nvGraphicFramePr>
        <p:xfrm>
          <a:off x="0" y="124187"/>
          <a:ext cx="10757487" cy="4460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16" name="Groupe 15"/>
          <p:cNvGrpSpPr/>
          <p:nvPr/>
        </p:nvGrpSpPr>
        <p:grpSpPr>
          <a:xfrm>
            <a:off x="150829" y="1225486"/>
            <a:ext cx="11935135" cy="3440782"/>
            <a:chOff x="0" y="0"/>
            <a:chExt cx="7227957" cy="2236691"/>
          </a:xfrm>
        </p:grpSpPr>
        <p:grpSp>
          <p:nvGrpSpPr>
            <p:cNvPr id="17" name="Groupe 16"/>
            <p:cNvGrpSpPr/>
            <p:nvPr/>
          </p:nvGrpSpPr>
          <p:grpSpPr>
            <a:xfrm>
              <a:off x="39757" y="492981"/>
              <a:ext cx="7188200" cy="1743710"/>
              <a:chOff x="0" y="0"/>
              <a:chExt cx="7392768" cy="1856789"/>
            </a:xfrm>
          </p:grpSpPr>
          <p:pic>
            <p:nvPicPr>
              <p:cNvPr id="19" name="Image 18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294228" y="0"/>
                <a:ext cx="6098540" cy="1821180"/>
              </a:xfrm>
              <a:prstGeom prst="rect">
                <a:avLst/>
              </a:prstGeom>
            </p:spPr>
          </p:pic>
          <p:pic>
            <p:nvPicPr>
              <p:cNvPr id="20" name="Image 19"/>
              <p:cNvPicPr>
                <a:picLocks noChangeAspect="1"/>
              </p:cNvPicPr>
              <p:nvPr/>
            </p:nvPicPr>
            <p:blipFill rotWithShape="1"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65568"/>
              <a:stretch/>
            </p:blipFill>
            <p:spPr bwMode="auto">
              <a:xfrm>
                <a:off x="0" y="7034"/>
                <a:ext cx="1286510" cy="1849755"/>
              </a:xfrm>
              <a:prstGeom prst="rect">
                <a:avLst/>
              </a:prstGeom>
              <a:ln>
                <a:noFill/>
              </a:ln>
              <a:extLst>
                <a:ext uri="{53640926-AAD7-44D8-BBD7-CCE9431645EC}">
                  <a14:shadowObscured xmlns:a14="http://schemas.microsoft.com/office/drawing/2010/main"/>
                </a:ext>
              </a:extLst>
            </p:spPr>
          </p:pic>
        </p:grpSp>
        <p:pic>
          <p:nvPicPr>
            <p:cNvPr id="18" name="Image 17"/>
            <p:cNvPicPr>
              <a:picLocks noChangeAspect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520" t="-581" r="1034" b="22887"/>
            <a:stretch/>
          </p:blipFill>
          <p:spPr bwMode="auto">
            <a:xfrm>
              <a:off x="0" y="0"/>
              <a:ext cx="7203440" cy="508635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graphicFrame>
        <p:nvGraphicFramePr>
          <p:cNvPr id="3" name="Diagramme 2"/>
          <p:cNvGraphicFramePr/>
          <p:nvPr>
            <p:extLst>
              <p:ext uri="{D42A27DB-BD31-4B8C-83A1-F6EECF244321}">
                <p14:modId xmlns:p14="http://schemas.microsoft.com/office/powerpoint/2010/main" val="3661879198"/>
              </p:ext>
            </p:extLst>
          </p:nvPr>
        </p:nvGraphicFramePr>
        <p:xfrm>
          <a:off x="1022919" y="3855016"/>
          <a:ext cx="9734568" cy="28949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1" r:lo="rId12" r:qs="rId13" r:cs="rId14"/>
          </a:graphicData>
        </a:graphic>
      </p:graphicFrame>
    </p:spTree>
    <p:extLst>
      <p:ext uri="{BB962C8B-B14F-4D97-AF65-F5344CB8AC3E}">
        <p14:creationId xmlns:p14="http://schemas.microsoft.com/office/powerpoint/2010/main" val="2666554047"/>
      </p:ext>
    </p:extLst>
  </p:cSld>
  <p:clrMapOvr>
    <a:masterClrMapping/>
  </p:clrMapOvr>
  <p:transition spd="med">
    <p:pull dir="u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F6652-746F-40DD-AF10-07B1E2BA8C08}" type="slidenum">
              <a:rPr lang="fr-FR" smtClean="0"/>
              <a:t>14</a:t>
            </a:fld>
            <a:endParaRPr lang="fr-FR"/>
          </a:p>
        </p:txBody>
      </p:sp>
      <p:sp>
        <p:nvSpPr>
          <p:cNvPr id="12" name="Titre 1"/>
          <p:cNvSpPr>
            <a:spLocks noGrp="1"/>
          </p:cNvSpPr>
          <p:nvPr>
            <p:ph type="title"/>
          </p:nvPr>
        </p:nvSpPr>
        <p:spPr>
          <a:xfrm>
            <a:off x="1587024" y="586176"/>
            <a:ext cx="8911687" cy="752430"/>
          </a:xfrm>
        </p:spPr>
        <p:txBody>
          <a:bodyPr>
            <a:normAutofit/>
          </a:bodyPr>
          <a:lstStyle/>
          <a:p>
            <a:r>
              <a:rPr lang="fr-FR" sz="4000" dirty="0"/>
              <a:t>ORGANISATION ET RÉPARTITION</a:t>
            </a:r>
            <a:endParaRPr lang="fr-FR" sz="3900" dirty="0"/>
          </a:p>
        </p:txBody>
      </p:sp>
      <p:pic>
        <p:nvPicPr>
          <p:cNvPr id="13" name="Picture 2" descr="Fichier:Logo Université Grenoble Alpes 2020.svg — Wikipédi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7487" y="43064"/>
            <a:ext cx="1328477" cy="815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ZoneTexte 13"/>
          <p:cNvSpPr txBox="1"/>
          <p:nvPr/>
        </p:nvSpPr>
        <p:spPr>
          <a:xfrm>
            <a:off x="0" y="6461905"/>
            <a:ext cx="3912124" cy="400110"/>
          </a:xfrm>
          <a:prstGeom prst="rect">
            <a:avLst/>
          </a:prstGeom>
          <a:solidFill>
            <a:srgbClr val="1D436D"/>
          </a:solidFill>
        </p:spPr>
        <p:txBody>
          <a:bodyPr wrap="square" rtlCol="0">
            <a:spAutoFit/>
          </a:bodyPr>
          <a:lstStyle/>
          <a:p>
            <a:r>
              <a:rPr lang="fr-FR" sz="2000" b="1" cap="all" dirty="0" smtClean="0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DJENNAD MAHDI, Rabehi </a:t>
            </a:r>
            <a:r>
              <a:rPr lang="fr-FR" sz="2000" b="1" cap="all" dirty="0" err="1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mILHANE</a:t>
            </a:r>
            <a:endParaRPr lang="fr-FR" dirty="0">
              <a:solidFill>
                <a:schemeClr val="bg1"/>
              </a:solidFill>
            </a:endParaRPr>
          </a:p>
        </p:txBody>
      </p:sp>
      <p:pic>
        <p:nvPicPr>
          <p:cNvPr id="10" name="Image 9"/>
          <p:cNvPicPr/>
          <p:nvPr/>
        </p:nvPicPr>
        <p:blipFill>
          <a:blip r:embed="rId3"/>
          <a:stretch>
            <a:fillRect/>
          </a:stretch>
        </p:blipFill>
        <p:spPr>
          <a:xfrm>
            <a:off x="320511" y="1460132"/>
            <a:ext cx="8660483" cy="4694547"/>
          </a:xfrm>
          <a:prstGeom prst="rect">
            <a:avLst/>
          </a:prstGeom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9087030" y="2014129"/>
            <a:ext cx="310497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fr-FR" altLang="fr-F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MILHANE</a:t>
            </a:r>
            <a:endParaRPr kumimoji="0" lang="fr-FR" alt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fr-FR" altLang="fr-F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Rôle :</a:t>
            </a:r>
            <a:r>
              <a:rPr kumimoji="0" lang="fr-FR" altLang="fr-F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Architect.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fr-FR" altLang="fr-F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 :</a:t>
            </a:r>
            <a:r>
              <a:rPr kumimoji="0" lang="fr-FR" altLang="fr-F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Modélisation SQL, Audit BDD, Rédaction technique.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fr-FR" altLang="fr-F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MAHDI</a:t>
            </a:r>
            <a:endParaRPr kumimoji="0" lang="fr-FR" alt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fr-FR" altLang="fr-F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Rôle :</a:t>
            </a:r>
            <a:r>
              <a:rPr kumimoji="0" lang="fr-FR" altLang="fr-F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Lead </a:t>
            </a:r>
            <a:r>
              <a:rPr kumimoji="0" lang="fr-FR" altLang="fr-FR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Developer</a:t>
            </a:r>
            <a:r>
              <a:rPr kumimoji="0" lang="fr-FR" altLang="fr-F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Python.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fr-FR" altLang="fr-F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 :</a:t>
            </a:r>
            <a:r>
              <a:rPr kumimoji="0" lang="fr-FR" altLang="fr-F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Algorithmes d'extraction</a:t>
            </a:r>
            <a:r>
              <a:rPr lang="fr-FR" altLang="fr-FR" dirty="0">
                <a:latin typeface="Arial" panose="020B0604020202020204" pitchFamily="34" charset="0"/>
              </a:rPr>
              <a:t>, </a:t>
            </a:r>
            <a:r>
              <a:rPr lang="fr-FR" altLang="fr-FR" dirty="0" err="1" smtClean="0">
                <a:latin typeface="Arial" panose="020B0604020202020204" pitchFamily="34" charset="0"/>
              </a:rPr>
              <a:t>Regex</a:t>
            </a:r>
            <a:r>
              <a:rPr lang="fr-FR" altLang="fr-FR" dirty="0" smtClean="0">
                <a:latin typeface="Arial" panose="020B0604020202020204" pitchFamily="34" charset="0"/>
              </a:rPr>
              <a:t>, Git.</a:t>
            </a:r>
            <a:endParaRPr kumimoji="0" lang="fr-FR" altLang="fr-F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5" name="Espace réservé du contenu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28414197"/>
              </p:ext>
            </p:extLst>
          </p:nvPr>
        </p:nvGraphicFramePr>
        <p:xfrm>
          <a:off x="0" y="124187"/>
          <a:ext cx="10757487" cy="4460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37859196"/>
      </p:ext>
    </p:extLst>
  </p:cSld>
  <p:clrMapOvr>
    <a:masterClrMapping/>
  </p:clrMapOvr>
  <p:transition spd="med">
    <p:pull dir="u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81680" y="1481843"/>
            <a:ext cx="10047814" cy="1742880"/>
          </a:xfrm>
        </p:spPr>
        <p:txBody>
          <a:bodyPr>
            <a:noAutofit/>
          </a:bodyPr>
          <a:lstStyle/>
          <a:p>
            <a:pPr lvl="0"/>
            <a:r>
              <a:rPr lang="fr-FR" sz="9600" dirty="0"/>
              <a:t>BILAN ET PERSPECTIVES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F6652-746F-40DD-AF10-07B1E2BA8C08}" type="slidenum">
              <a:rPr lang="fr-FR" smtClean="0"/>
              <a:t>15</a:t>
            </a:fld>
            <a:endParaRPr lang="fr-FR"/>
          </a:p>
        </p:txBody>
      </p:sp>
      <p:pic>
        <p:nvPicPr>
          <p:cNvPr id="7" name="Picture 2" descr="Fichier:Logo Université Grenoble Alpes 2020.svg — Wikipédi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7487" y="43064"/>
            <a:ext cx="1328477" cy="815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ZoneTexte 9"/>
          <p:cNvSpPr txBox="1"/>
          <p:nvPr/>
        </p:nvSpPr>
        <p:spPr>
          <a:xfrm>
            <a:off x="0" y="6461905"/>
            <a:ext cx="3912124" cy="400110"/>
          </a:xfrm>
          <a:prstGeom prst="rect">
            <a:avLst/>
          </a:prstGeom>
          <a:solidFill>
            <a:srgbClr val="1D436D"/>
          </a:solidFill>
        </p:spPr>
        <p:txBody>
          <a:bodyPr wrap="square" rtlCol="0">
            <a:spAutoFit/>
          </a:bodyPr>
          <a:lstStyle/>
          <a:p>
            <a:r>
              <a:rPr lang="fr-FR" sz="2000" b="1" cap="all" dirty="0" smtClean="0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DJENNAD MAHDI, Rabehi </a:t>
            </a:r>
            <a:r>
              <a:rPr lang="fr-FR" sz="2000" b="1" cap="all" dirty="0" err="1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mILHANE</a:t>
            </a:r>
            <a:endParaRPr lang="fr-FR" dirty="0">
              <a:solidFill>
                <a:schemeClr val="bg1"/>
              </a:solidFill>
            </a:endParaRPr>
          </a:p>
        </p:txBody>
      </p:sp>
      <p:graphicFrame>
        <p:nvGraphicFramePr>
          <p:cNvPr id="13" name="Espace réservé du contenu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84048887"/>
              </p:ext>
            </p:extLst>
          </p:nvPr>
        </p:nvGraphicFramePr>
        <p:xfrm>
          <a:off x="0" y="124187"/>
          <a:ext cx="10757487" cy="4460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524232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F6652-746F-40DD-AF10-07B1E2BA8C08}" type="slidenum">
              <a:rPr lang="fr-FR" smtClean="0"/>
              <a:t>16</a:t>
            </a:fld>
            <a:endParaRPr lang="fr-FR"/>
          </a:p>
        </p:txBody>
      </p:sp>
      <p:sp>
        <p:nvSpPr>
          <p:cNvPr id="12" name="Titre 1"/>
          <p:cNvSpPr>
            <a:spLocks noGrp="1"/>
          </p:cNvSpPr>
          <p:nvPr>
            <p:ph type="title"/>
          </p:nvPr>
        </p:nvSpPr>
        <p:spPr>
          <a:xfrm>
            <a:off x="1587024" y="586176"/>
            <a:ext cx="8911687" cy="752430"/>
          </a:xfrm>
        </p:spPr>
        <p:txBody>
          <a:bodyPr>
            <a:normAutofit/>
          </a:bodyPr>
          <a:lstStyle/>
          <a:p>
            <a:r>
              <a:rPr lang="fr-FR" sz="4000" dirty="0"/>
              <a:t>BILAN ET PERSPECTIVES</a:t>
            </a:r>
            <a:endParaRPr lang="fr-FR" sz="3900" dirty="0"/>
          </a:p>
        </p:txBody>
      </p:sp>
      <p:pic>
        <p:nvPicPr>
          <p:cNvPr id="13" name="Picture 2" descr="Fichier:Logo Université Grenoble Alpes 2020.svg — Wikipédi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7487" y="43064"/>
            <a:ext cx="1328477" cy="815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ZoneTexte 13"/>
          <p:cNvSpPr txBox="1"/>
          <p:nvPr/>
        </p:nvSpPr>
        <p:spPr>
          <a:xfrm>
            <a:off x="0" y="6461905"/>
            <a:ext cx="3912124" cy="400110"/>
          </a:xfrm>
          <a:prstGeom prst="rect">
            <a:avLst/>
          </a:prstGeom>
          <a:solidFill>
            <a:srgbClr val="1D436D"/>
          </a:solidFill>
        </p:spPr>
        <p:txBody>
          <a:bodyPr wrap="square" rtlCol="0">
            <a:spAutoFit/>
          </a:bodyPr>
          <a:lstStyle/>
          <a:p>
            <a:r>
              <a:rPr lang="fr-FR" sz="2000" b="1" cap="all" dirty="0" smtClean="0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DJENNAD MAHDI, Rabehi </a:t>
            </a:r>
            <a:r>
              <a:rPr lang="fr-FR" sz="2000" b="1" cap="all" dirty="0" err="1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mILHANE</a:t>
            </a:r>
            <a:endParaRPr lang="fr-FR" dirty="0">
              <a:solidFill>
                <a:schemeClr val="bg1"/>
              </a:solidFill>
            </a:endParaRPr>
          </a:p>
        </p:txBody>
      </p:sp>
      <p:graphicFrame>
        <p:nvGraphicFramePr>
          <p:cNvPr id="9" name="Espace réservé du contenu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12049684"/>
              </p:ext>
            </p:extLst>
          </p:nvPr>
        </p:nvGraphicFramePr>
        <p:xfrm>
          <a:off x="0" y="124187"/>
          <a:ext cx="10757487" cy="4460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5" name="Diagramme 4"/>
          <p:cNvGraphicFramePr/>
          <p:nvPr>
            <p:extLst>
              <p:ext uri="{D42A27DB-BD31-4B8C-83A1-F6EECF244321}">
                <p14:modId xmlns:p14="http://schemas.microsoft.com/office/powerpoint/2010/main" val="3895032492"/>
              </p:ext>
            </p:extLst>
          </p:nvPr>
        </p:nvGraphicFramePr>
        <p:xfrm>
          <a:off x="1311579" y="1614572"/>
          <a:ext cx="10045652" cy="45527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3459914447"/>
      </p:ext>
    </p:extLst>
  </p:cSld>
  <p:clrMapOvr>
    <a:masterClrMapping/>
  </p:clrMapOvr>
  <p:transition spd="med">
    <p:pull dir="u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F6652-746F-40DD-AF10-07B1E2BA8C08}" type="slidenum">
              <a:rPr lang="fr-FR" smtClean="0"/>
              <a:t>17</a:t>
            </a:fld>
            <a:endParaRPr lang="fr-FR"/>
          </a:p>
        </p:txBody>
      </p:sp>
      <p:sp>
        <p:nvSpPr>
          <p:cNvPr id="11" name="Titre 1"/>
          <p:cNvSpPr>
            <a:spLocks noGrp="1"/>
          </p:cNvSpPr>
          <p:nvPr>
            <p:ph type="title"/>
          </p:nvPr>
        </p:nvSpPr>
        <p:spPr>
          <a:xfrm>
            <a:off x="1579419" y="2433335"/>
            <a:ext cx="10067636" cy="1748250"/>
          </a:xfrm>
        </p:spPr>
        <p:txBody>
          <a:bodyPr>
            <a:noAutofit/>
          </a:bodyPr>
          <a:lstStyle/>
          <a:p>
            <a:r>
              <a:rPr lang="fr-FR" sz="6000" dirty="0" smtClean="0"/>
              <a:t>Merci de votre écoute ! Des questions ?</a:t>
            </a:r>
            <a:endParaRPr lang="fr-FR" sz="8000" dirty="0"/>
          </a:p>
        </p:txBody>
      </p:sp>
      <p:pic>
        <p:nvPicPr>
          <p:cNvPr id="7" name="Picture 2" descr="Fichier:Logo Université Grenoble Alpes 2020.svg — Wikipédi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7487" y="43064"/>
            <a:ext cx="1328477" cy="815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ZoneTexte 9"/>
          <p:cNvSpPr txBox="1"/>
          <p:nvPr/>
        </p:nvSpPr>
        <p:spPr>
          <a:xfrm>
            <a:off x="0" y="6461905"/>
            <a:ext cx="3912124" cy="400110"/>
          </a:xfrm>
          <a:prstGeom prst="rect">
            <a:avLst/>
          </a:prstGeom>
          <a:solidFill>
            <a:srgbClr val="1D436D"/>
          </a:solidFill>
        </p:spPr>
        <p:txBody>
          <a:bodyPr wrap="square" rtlCol="0">
            <a:spAutoFit/>
          </a:bodyPr>
          <a:lstStyle/>
          <a:p>
            <a:r>
              <a:rPr lang="fr-FR" sz="2000" b="1" cap="all" dirty="0" smtClean="0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DJENNAD MAHDI, Rabehi </a:t>
            </a:r>
            <a:r>
              <a:rPr lang="fr-FR" sz="2000" b="1" cap="all" dirty="0" err="1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mILHANE</a:t>
            </a:r>
            <a:endParaRPr lang="fr-FR" dirty="0">
              <a:solidFill>
                <a:schemeClr val="bg1"/>
              </a:solidFill>
            </a:endParaRPr>
          </a:p>
        </p:txBody>
      </p:sp>
      <p:graphicFrame>
        <p:nvGraphicFramePr>
          <p:cNvPr id="9" name="Espace réservé du contenu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29737164"/>
              </p:ext>
            </p:extLst>
          </p:nvPr>
        </p:nvGraphicFramePr>
        <p:xfrm>
          <a:off x="0" y="124187"/>
          <a:ext cx="10757487" cy="4460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087824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rin">
  <a:themeElements>
    <a:clrScheme name="Brin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Brin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rin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32374</TotalTime>
  <Words>588</Words>
  <Application>Microsoft Office PowerPoint</Application>
  <PresentationFormat>Grand écran</PresentationFormat>
  <Paragraphs>182</Paragraphs>
  <Slides>17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5" baseType="lpstr">
      <vt:lpstr>Arial</vt:lpstr>
      <vt:lpstr>Calibri</vt:lpstr>
      <vt:lpstr>Calibri Light</vt:lpstr>
      <vt:lpstr>Century Gothic</vt:lpstr>
      <vt:lpstr>Courier New</vt:lpstr>
      <vt:lpstr>Wingdings</vt:lpstr>
      <vt:lpstr>Wingdings 3</vt:lpstr>
      <vt:lpstr>Brin</vt:lpstr>
      <vt:lpstr>Présentation PowerPoint</vt:lpstr>
      <vt:lpstr>Justice Algorithmique des Elections (JADE) Analyse et traitement automatique du contentieux électoral par l'Intelligence Artificielle</vt:lpstr>
      <vt:lpstr>Présentation PowerPoint</vt:lpstr>
      <vt:lpstr>CONTEXTE</vt:lpstr>
      <vt:lpstr>INTRODUCTION : LE PROJET JADE</vt:lpstr>
      <vt:lpstr>PROBLEMATIQUE ET OBJECTIFS</vt:lpstr>
      <vt:lpstr>Présentation PowerPoint</vt:lpstr>
      <vt:lpstr>Présentation PowerPoint</vt:lpstr>
      <vt:lpstr>CONCEPTION ET ARCHITECTURE TECHNIQUE</vt:lpstr>
      <vt:lpstr>ARCHITECTURE TECHNIQUE CIBLE</vt:lpstr>
      <vt:lpstr>AUDIT ET MODÉLISATION DE DONNÉES</vt:lpstr>
      <vt:lpstr>ORGANISATION ET PLANIFICATION</vt:lpstr>
      <vt:lpstr>PLANNING DE MISE EN ŒUVRE</vt:lpstr>
      <vt:lpstr>ORGANISATION ET RÉPARTITION</vt:lpstr>
      <vt:lpstr>BILAN ET PERSPECTIVES</vt:lpstr>
      <vt:lpstr>BILAN ET PERSPECTIVES</vt:lpstr>
      <vt:lpstr>Merci de votre écoute ! Des questions ?</vt:lpstr>
    </vt:vector>
  </TitlesOfParts>
  <Company>Annemasse-Agglo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RABEHI Milhane</dc:creator>
  <cp:lastModifiedBy>jojo</cp:lastModifiedBy>
  <cp:revision>318</cp:revision>
  <dcterms:created xsi:type="dcterms:W3CDTF">2025-04-17T07:58:04Z</dcterms:created>
  <dcterms:modified xsi:type="dcterms:W3CDTF">2026-01-19T09:35:11Z</dcterms:modified>
</cp:coreProperties>
</file>